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4d956ea41d44c5" /><Relationship Type="http://schemas.openxmlformats.org/officeDocument/2006/relationships/extended-properties" Target="/docProps/app.xml" Id="R9931821b03ce4993" /><Relationship Type="http://schemas.openxmlformats.org/officeDocument/2006/relationships/officeDocument" Target="/ppt/presentation.xml" Id="Rf13f50daa14d4f76" /></Relationships>
</file>

<file path=ppt/presentation.xml><?xml version="1.0" encoding="utf-8"?>
<p:presentation xmlns:p="http://schemas.openxmlformats.org/presentationml/2006/main">
  <p:sldMasterIdLst>
    <p:sldMasterId xmlns:r="http://schemas.openxmlformats.org/officeDocument/2006/relationships" id="2147483648" r:id="R409aa412ffcb4191"/>
  </p:sldMasterIdLst>
  <p:notesMasterIdLst>
    <p:notesMasterId xmlns:r="http://schemas.openxmlformats.org/officeDocument/2006/relationships" r:id="R4419f7e87626491d"/>
  </p:notesMasterIdLst>
  <p:sldIdLst>
    <p:sldId xmlns:r="http://schemas.openxmlformats.org/officeDocument/2006/relationships" id="256" r:id="Rb8b15eb3f2ea4035"/>
    <p:sldId xmlns:r="http://schemas.openxmlformats.org/officeDocument/2006/relationships" id="257" r:id="R63344da526534c99"/>
    <p:sldId xmlns:r="http://schemas.openxmlformats.org/officeDocument/2006/relationships" id="258" r:id="R4fba025d90254134"/>
    <p:sldId xmlns:r="http://schemas.openxmlformats.org/officeDocument/2006/relationships" id="259" r:id="R8ca77f2b07a14c43"/>
    <p:sldId xmlns:r="http://schemas.openxmlformats.org/officeDocument/2006/relationships" id="260" r:id="Rcde9eee18e574147"/>
    <p:sldId xmlns:r="http://schemas.openxmlformats.org/officeDocument/2006/relationships" id="261" r:id="R9cb4a790ebf14c6a"/>
    <p:sldId xmlns:r="http://schemas.openxmlformats.org/officeDocument/2006/relationships" id="262" r:id="R750a33ea115a4726"/>
    <p:sldId xmlns:r="http://schemas.openxmlformats.org/officeDocument/2006/relationships" id="263" r:id="R5b3db420865c4205"/>
    <p:sldId xmlns:r="http://schemas.openxmlformats.org/officeDocument/2006/relationships" id="264" r:id="R322b6ad8817d4316"/>
    <p:sldId xmlns:r="http://schemas.openxmlformats.org/officeDocument/2006/relationships" id="265" r:id="R36cd1873990040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f5ccff739c4c36" /><Relationship Type="http://schemas.openxmlformats.org/officeDocument/2006/relationships/slideMaster" Target="/ppt/slideMasters/slideMaster1.xml" Id="R409aa412ffcb4191" /><Relationship Type="http://schemas.openxmlformats.org/officeDocument/2006/relationships/notesMaster" Target="/ppt/notesMasters/notesMaster1.xml" Id="R4419f7e87626491d" /><Relationship Type="http://schemas.openxmlformats.org/officeDocument/2006/relationships/presProps" Target="/ppt/presProps.xml" Id="Rfd5347190a454072" /><Relationship Type="http://schemas.openxmlformats.org/officeDocument/2006/relationships/tableStyles" Target="/ppt/tableStyles.xml" Id="Rf25c7fc75661454d" /><Relationship Type="http://schemas.openxmlformats.org/officeDocument/2006/relationships/slide" Target="/ppt/slides/slide1.xml" Id="Rb8b15eb3f2ea4035" /><Relationship Type="http://schemas.openxmlformats.org/officeDocument/2006/relationships/slide" Target="/ppt/slides/slide2.xml" Id="R63344da526534c99" /><Relationship Type="http://schemas.openxmlformats.org/officeDocument/2006/relationships/slide" Target="/ppt/slides/slide3.xml" Id="R4fba025d90254134" /><Relationship Type="http://schemas.openxmlformats.org/officeDocument/2006/relationships/slide" Target="/ppt/slides/slide4.xml" Id="R8ca77f2b07a14c43" /><Relationship Type="http://schemas.openxmlformats.org/officeDocument/2006/relationships/slide" Target="/ppt/slides/slide5.xml" Id="Rcde9eee18e574147" /><Relationship Type="http://schemas.openxmlformats.org/officeDocument/2006/relationships/slide" Target="/ppt/slides/slide6.xml" Id="R9cb4a790ebf14c6a" /><Relationship Type="http://schemas.openxmlformats.org/officeDocument/2006/relationships/slide" Target="/ppt/slides/slide7.xml" Id="R750a33ea115a4726" /><Relationship Type="http://schemas.openxmlformats.org/officeDocument/2006/relationships/slide" Target="/ppt/slides/slide8.xml" Id="R5b3db420865c4205" /><Relationship Type="http://schemas.openxmlformats.org/officeDocument/2006/relationships/slide" Target="/ppt/slides/slide9.xml" Id="R322b6ad8817d4316" /><Relationship Type="http://schemas.openxmlformats.org/officeDocument/2006/relationships/slide" Target="/ppt/slides/slide10.xml" Id="R36cd1873990040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1ae147454e49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bf2a8967c14b60" /><Relationship Type="http://schemas.openxmlformats.org/officeDocument/2006/relationships/notesMaster" Target="/ppt/notesMasters/notesMaster1.xml" Id="R3d73edfa9b194d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885235c27c4b61" /><Relationship Type="http://schemas.openxmlformats.org/officeDocument/2006/relationships/notesMaster" Target="/ppt/notesMasters/notesMaster1.xml" Id="R5a80c6ada9664f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72ecdb93074f60" /><Relationship Type="http://schemas.openxmlformats.org/officeDocument/2006/relationships/notesMaster" Target="/ppt/notesMasters/notesMaster1.xml" Id="Rf9094cf01e2346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8ad4755a5743bd" /><Relationship Type="http://schemas.openxmlformats.org/officeDocument/2006/relationships/notesMaster" Target="/ppt/notesMasters/notesMaster1.xml" Id="R916dccae3aa345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207fe9fcde4de7" /><Relationship Type="http://schemas.openxmlformats.org/officeDocument/2006/relationships/notesMaster" Target="/ppt/notesMasters/notesMaster1.xml" Id="Rf073bb9b96974e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79b36eba9e4cfd" /><Relationship Type="http://schemas.openxmlformats.org/officeDocument/2006/relationships/notesMaster" Target="/ppt/notesMasters/notesMaster1.xml" Id="Ra32da5a4769047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9f14cc80df496f" /><Relationship Type="http://schemas.openxmlformats.org/officeDocument/2006/relationships/notesMaster" Target="/ppt/notesMasters/notesMaster1.xml" Id="R30cef0a4b3a34e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41c1d8a70549a1" /><Relationship Type="http://schemas.openxmlformats.org/officeDocument/2006/relationships/notesMaster" Target="/ppt/notesMasters/notesMaster1.xml" Id="R8afc7a40c2fc4b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e1625728a147a8" /><Relationship Type="http://schemas.openxmlformats.org/officeDocument/2006/relationships/notesMaster" Target="/ppt/notesMasters/notesMaster1.xml" Id="R097b072d22d34a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5e2983e17444fe" /><Relationship Type="http://schemas.openxmlformats.org/officeDocument/2006/relationships/notesMaster" Target="/ppt/notesMasters/notesMaster1.xml" Id="R9dbe76d967aa47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Сөзді бір ойдан бастаңыз: қызметкерге HR қызметтеріне кірудің бір түсінікті нүктесі қажет. JanaМен жұмыс деректерін, демалыс өтінімдерін, оқуды және компания ережелері бойынша жауаптарды біріктіреді. Біз ойдан құрастырылған деректермен жұмыс істейтін жергілікті MVP көрсетеміз. PostTech — жобаның және репозиторийдің атауы. Команда құрамы мен нөмірі берілмеген.</a:t>
            </a:r>
          </a:p>
          <a:p xmlns:a="http://schemas.openxmlformats.org/drawingml/2006/main">
            <a:r>
              <a:t>Дереккөз: Jana_Post_Terricon_Hackathon_2026 1.pdf, Challenge 02, PDF файлының 13–19-беттері.</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Мәселе техникалық тапсырмадан алынған: кадрлық деректер, өтінімдер, оқу мен HR жауаптары әртүрлі арналарда орналасқан. Қызметкер осы кезеңдерді өзі байланыстыруға мәжбүр. Біз әрекетті мәртебемен, тарихпен және хабарламамен байланыстыратын бірыңғай кабинет жасадық. Уақыт үнемі әлі өлшенген жоқ. Оны пилот барысында тексереміз.</a:t>
            </a:r>
          </a:p>
          <a:p xmlns:a="http://schemas.openxmlformats.org/drawingml/2006/main">
            <a:r>
              <a:t>Дереккөздер: ТТ PDF, 13 және 15-беттер; README.md.</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Әр рөл жеке аккаунтпен кіреді. Қызметкер өз деректерімен жұмыс істейді. Басшы тікелей бағынышты қызметкерлердің өтінімдерін қарайды. HR өз компаниясының қызметкерлер каталогы мен өтінімдерін көреді. Шектеулер тек батырмаларды жасыру арқылы емес, API деңгейінде орындалады. HR кабинеті әзірше шолу жасауға арналған, толық кадрлық әкімшілендіру жоқ. Байланыс деректерін тек өз профилінде, өрістерді тексеру арқылы өзгертуге болады. Ресми кадрлық өрістер тек оқуға арналған.</a:t>
            </a:r>
          </a:p>
          <a:p xmlns:a="http://schemas.openxmlformats.org/drawingml/2006/main">
            <a:r>
              <a:t>Дереккөздер: ТТ PDF, 14–17-беттер; backend/src/workflow.ts; frontend/src/pages/EmployeesPage.tsx; frontend/src/pages/ProfilePage.tsx; backend/test/roles.test.ts.</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Көрсету сценарийі: қызметкер демалысқа өтінім береді, басшы мақұлдайды, қызметкер хабарлама алады. Күндер бір рет қана шегеріледі. Бетті жаңарту нәтижені өзгертпейді. Қабылдамау үшін түсініктеме қажет, демалыс күндері шегерілмейді. Кері қайтарылған немесе қабылданбаған өтінімді жаңа нөмірмен қайта беруге болады. Стендте JP-1038 қабылданбаған күйінде сақталды, ал JP-1039 түзетілген күндермен қайта беріліп, мақұлданды. Иллюстрацияда бөлек мобильді тесттің JP-1040 өтінімі көрсетілген. Тарих пен деректер PostgreSQL-де сақталады.</a:t>
            </a:r>
          </a:p>
          <a:p xmlns:a="http://schemas.openxmlformats.org/drawingml/2006/main">
            <a:r>
              <a:t>Дереккөздер: backend/src/workflow.ts; frontend/src/components/RequestDetails.tsx; reports/hackathon-audit/results.json; tmp/mobile-manager-approved-JP-1040.png.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Jana Academy сол кабинетке қосылған. Тестті ашу үшін материалдарды өту қажет. Қызметкер нәтижені, жауаптарды талдауды және талпыныстар тарихын көреді. Сәтсіз талпыныстан кейін тестті қайта тапсыруға болады. Нәтиже кемінде 80 пайыз болса, сервер курсты аяқтап, бір хабарлама жасайды. Мобильді стендте 60 және 100 пайыздық талпыныстар, жауаптар мен прогрестің жаңартудан кейін сақталуы тексерілді. Экрандағы 100 пайыз — бір сынақ талпынысының нәтижесі, оқыту тиімділігінің көрсеткіші емес.</a:t>
            </a:r>
          </a:p>
          <a:p xmlns:a="http://schemas.openxmlformats.org/drawingml/2006/main">
            <a:r>
              <a:t>Дереккөздер: ТТ PDF, 15 және 17-беттер; backend/src/academy.ts; backend/test/academy.test.ts; tmp/mobile-academy-material.png; tmp/mobile-academy-completed.png.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Jana қағидасы: тек қолжетімді базаға сүйену, дереккөзін көрсету және сенімді ақпарат болмаған кезде жауап жоқ екенін айту. Қазіргі нұсқа тоғыз демо-мақала бойынша детерминирленген іздеуді қолданады. Сыртқы LLM қосылмаған. Біз HR көмекшісінің тексерілетін әрекетін көрсетеміз, генеративті модельдің не RAG жүйесінің сапасын мәлімдемейміз. Өзге қызметкердің жалақысы, құпиясөз немесе базада жоқ ережелер туралы сұраққа ойдан жауап берілмейді. Келесі кезеңге HR бекіткен база, құжаттарға қолжетімділікті бақылау және сұрақтар жиыны бойынша сапаны бағалау қажет.</a:t>
            </a:r>
          </a:p>
          <a:p xmlns:a="http://schemas.openxmlformats.org/drawingml/2006/main">
            <a:r>
              <a:t>Дереккөздер: ТТ PDF, 15,17,18-беттер; frontend/src/mocks/knowledge.ts; frontend/src/utils/assistant.test.mjs; tmp/mobile-ai-jana-chat.png; tmp/mobile-ai-jana-source.png.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Мобильді веб-нұсқа сол кабинет пен деректерді қолданады. Браузерде қызметкер, басшы, HR, Academy, чат, хабарламалар және профиль 320,360,390,430 пиксель енінде және аласа экранда тексерілді. Мәтін тасымалы, өріс пен батырма өлшемі, қате өрісіне фокус және модаль терезелер түзетілді. Бұл бейімделетін веб-интерфейсті тексеру. Нақты iOS және Android құрылғыларында толық сынақ өткізілген жоқ. Иллюстрациялардағы санауыштар демонстрацияның әр кезеңін көрсетеді.</a:t>
            </a:r>
          </a:p>
          <a:p xmlns:a="http://schemas.openxmlformats.org/drawingml/2006/main">
            <a:r>
              <a:t>Дереккөздер: ТТ PDF, 16–18-беттер; frontend/src/styles/experience.css; frontend/src/pages/ProfilePage.tsx; tmp/mobile-menu-390.png; tmp/mobile-profile-contacts.png; tmp/mobile-notifications-checked.png.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Жоғарғы қатар — қазіргі контур: React Fastify серверіне сұрау жібереді, сервер қолжетімділік пен бизнес ережелерді тексереді, PostgreSQL күйді сақтайды. Бұл тек браузер қоймасы емес, нақты сервер мен дерекқор. Төменгі қатар — болашақ интеграциялар жобасы. 1С:ЗУП кадрлық деректердің көзі болады. Адаптерлер идентификаторларды сәйкестендіріп, сенімді жеткізуді ұйымдастырады. Documentolog келісілген өтінімнен кейін құжаттарды өңдейді. Адаптерлердің API және дерекқормен байланысы әлі іске асырылмаған. Өтінім, жеткізу және құжат мәртебелері бөлек сақталады. Өнім нұсқалары, API және callback растау тәсілі келісілуі тиіс. Қазір сыртқы жүйелер қосылмаған.</a:t>
            </a:r>
          </a:p>
          <a:p xmlns:a="http://schemas.openxmlformats.org/drawingml/2006/main">
            <a:r>
              <a:t>Дереккөздер: README.md; backend/README.md; docs/INTEGRATIONS.md; docs/architecture.svg; ТТ PDF, 16,17,19-беттер.</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Сақталған аудитте фронтендтің 75 және бэкендтің 28 тесті өткен. Барлығы 103 регрессиялық тест. Бұған қоса талаптарға қатысты 8 жеке тексеру өткен. Фронтенд пен бэкенд құрастырылымдары сәтті. Тесттер PostgreSQL-дің уақытша оқшауланған схемаларында орындалған. Сайт арқылы мақұлдау, қабылдамау, қайта беру және бетті жаңартудан кейін сақтау тексерілді. Бейімделу браузерде қаралды. Бұл сандар нақты тексерулерді растайды. Олар ТТ-ға толық сәйкестікті, өндірістік дайындықты, жүктеме сынағын немесе қауіпсіздік аудитін білдірмейді. Есептің generatedAt мәні: 2026-10-17T21:06:32.422Z, жергілікті уақытпен 18.10.2026.</a:t>
            </a:r>
          </a:p>
          <a:p xmlns:a="http://schemas.openxmlformats.org/drawingml/2006/main">
            <a:r>
              <a:t>Дереккөздер: reports/hackathon-audit/results.json; reports/HACKATHON_CHECKLIST.md; frontend/src/utils/*.test.mjs; backend/test/*.test.ts.</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Қорытынды: JanaМен қызметкерді, басшыны және HR-ды бір үдеріске біріктіреді. Келесі қадам — қорғалған орта мен сыртқы API талаптары келісілгеннен кейін шектеулі пилот өткізу. Пилотта келісу уақытын, нақтылаусыз қабылданған өтінімдер үлесін және HR-ға қойылатын типтік сұрақтар санын өлшейміз. Бұл — өлшеу жоспары, қол жеткізілген үнем пайызы емес. Пилотқа дейін TLS, production-cookie баптаулары, құпияларды тексеру, пайдалану рәсімдері және келісілген HR құжаттары қажет. RU/KZ локализациясы сайтта әлі іске асырылмаған.</a:t>
            </a:r>
          </a:p>
          <a:p xmlns:a="http://schemas.openxmlformats.org/drawingml/2006/main">
            <a:r>
              <a:t/>
            </a:r>
          </a:p>
          <a:p xmlns:a="http://schemas.openxmlformats.org/drawingml/2006/main">
            <a:r>
              <a:t>Тікелей көрсету реті: 1) қызметкер ретінде кіріп, профильді ашу; 2) қалдыққа сай және бос күндерге демалыс өтінімін беру; 3) басшы ретінде кіріп, шешім қабылдау; 4) қызметкердің хабарламасын, тарихын және бетті жаңартудан кейінгі күйін көрсету; 5) Academy материалдары мен нәтижесін көрсету; 6) AI Jana-ға база қамтитын және базада жауабы жоқ сұрақ қою. Көрсету алдында сынақ деректерімен репетиция қажет. Сөз сөйлеу бағдары — 4–5 минут, тікелей демонстрация регламентке сай бөлек беріледі. Қазылар бағасына немесе жүлде мөлшеріне кепілдік берілмейді.</a:t>
            </a:r>
          </a:p>
          <a:p xmlns:a="http://schemas.openxmlformats.org/drawingml/2006/main">
            <a:r>
              <a:t>Дереккөздер: README.md; docs/INTEGRATIONS.md; ТТ PDF, 17–19-беттер; tmp/ux-home.png.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3e7efdb1bd44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e8681a8d2549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64ed01363648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e32ab0ae3245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fee598d20044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0eda59404c47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499102-8D59-46D1-B224-71985B3253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781F16-54CE-4877-B851-6833AAF3E33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6454D4-81A3-457F-94FD-0178B71B6A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413578-5288-456D-8742-80C23CF366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86DC78-922F-4C2E-BB30-A564248F13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CE63DF-29C7-462A-B886-7820773979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4FBDFD-C26E-41DD-9A13-C7B12F2D9D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41DA8C-CE78-47AE-8819-84CCFD8C53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B1F613-4378-4544-9691-E486D3A7DD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7D56D2-11D3-4791-B9DE-3B70DA1177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f7172cf63145c4" /><Relationship Type="http://schemas.openxmlformats.org/officeDocument/2006/relationships/slideLayout" Target="/ppt/slideLayouts/slideLayout1.xml" Id="R937714887285495f" /><Relationship Type="http://schemas.openxmlformats.org/officeDocument/2006/relationships/slideLayout" Target="/ppt/slideLayouts/slideLayout2.xml" Id="R40edd71188e14985" /><Relationship Type="http://schemas.openxmlformats.org/officeDocument/2006/relationships/slideLayout" Target="/ppt/slideLayouts/slideLayout3.xml" Id="R0548a90a73724a0f" /><Relationship Type="http://schemas.openxmlformats.org/officeDocument/2006/relationships/slideLayout" Target="/ppt/slideLayouts/slideLayout4.xml" Id="R701660ed5d464c44" /><Relationship Type="http://schemas.openxmlformats.org/officeDocument/2006/relationships/slideLayout" Target="/ppt/slideLayouts/slideLayout5.xml" Id="R214c98a1eb764c16" /><Relationship Type="http://schemas.openxmlformats.org/officeDocument/2006/relationships/slideLayout" Target="/ppt/slideLayouts/slideLayout6.xml" Id="Rdbb84dde271c4e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7714887285495f"/>
    <p:sldLayoutId xmlns:r="http://schemas.openxmlformats.org/officeDocument/2006/relationships" id="2147483650" r:id="R40edd71188e14985"/>
    <p:sldLayoutId xmlns:r="http://schemas.openxmlformats.org/officeDocument/2006/relationships" id="2147483651" r:id="R0548a90a73724a0f"/>
    <p:sldLayoutId xmlns:r="http://schemas.openxmlformats.org/officeDocument/2006/relationships" id="2147483652" r:id="R701660ed5d464c44"/>
    <p:sldLayoutId xmlns:r="http://schemas.openxmlformats.org/officeDocument/2006/relationships" id="2147483653" r:id="R214c98a1eb764c16"/>
    <p:sldLayoutId xmlns:r="http://schemas.openxmlformats.org/officeDocument/2006/relationships" id="2147483654" r:id="Rdbb84dde271c4e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f70d1b98b442f6" /><Relationship Type="http://schemas.openxmlformats.org/officeDocument/2006/relationships/notesSlide" Target="/ppt/notesSlides/notesSlide1.xml" Id="Rbc169fd2b44e43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65f1f61f54241a4" /><Relationship Type="http://schemas.openxmlformats.org/officeDocument/2006/relationships/notesSlide" Target="/ppt/notesSlides/notesSlide2.xml" Id="R2a9e3bbbe7dd4e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2fd7f0612d40d7" /><Relationship Type="http://schemas.openxmlformats.org/officeDocument/2006/relationships/notesSlide" Target="/ppt/notesSlides/notesSlide3.xml" Id="R5418e662fb7a47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e3846495e944bd" /><Relationship Type="http://schemas.openxmlformats.org/officeDocument/2006/relationships/notesSlide" Target="/ppt/notesSlides/notesSlide4.xml" Id="Rca7a9ea3f35a47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a29d01e8fa4e9c" /><Relationship Type="http://schemas.openxmlformats.org/officeDocument/2006/relationships/notesSlide" Target="/ppt/notesSlides/notesSlide5.xml" Id="R06aa9bfecd814e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029d2b593634558" /><Relationship Type="http://schemas.openxmlformats.org/officeDocument/2006/relationships/notesSlide" Target="/ppt/notesSlides/notesSlide6.xml" Id="R73bd80e4901e46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62c9fabbd240c4" /><Relationship Type="http://schemas.openxmlformats.org/officeDocument/2006/relationships/notesSlide" Target="/ppt/notesSlides/notesSlide7.xml" Id="R04525198ce1a49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20a2814b584ba9" /><Relationship Type="http://schemas.openxmlformats.org/officeDocument/2006/relationships/notesSlide" Target="/ppt/notesSlides/notesSlide8.xml" Id="R9dbff3d0468540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02d4facb694188" /><Relationship Type="http://schemas.openxmlformats.org/officeDocument/2006/relationships/notesSlide" Target="/ppt/notesSlides/notesSlide9.xml" Id="R72eec37c466041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3a0e26094e4aa2" /><Relationship Type="http://schemas.openxmlformats.org/officeDocument/2006/relationships/notesSlide" Target="/ppt/notesSlides/notesSlide10.xml" Id="Rf787f1fea30947b6" /></Relationships>
</file>

<file path=ppt/slides/slide1.xml><?xml version="1.0" encoding="utf-8"?>
<p:sld xmlns:p="http://schemas.openxmlformats.org/presentationml/2006/main">
  <p:cSld>
    <p:bg>
      <p:bgPr>
        <a:solidFill xmlns:a="http://schemas.openxmlformats.org/drawingml/2006/main">
          <a:srgbClr val="0C3029"/>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666BA35-2C78-4BC8-ABBC-4C3A15BE94E5}"/>
              </a:ext>
            </a:extLst>
          </p:cNvPr>
          <p:cNvSpPr>
            <a:spLocks xmlns:a="http://schemas.openxmlformats.org/drawingml/2006/main" noGrp="1"/>
          </p:cNvSpPr>
          <p:nvPr/>
        </p:nvSpPr>
        <p:spPr>
          <a:xfrm xmlns:a="http://schemas.openxmlformats.org/drawingml/2006/main">
            <a:off x="609600" y="1714500"/>
            <a:ext cx="762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00" b="1">
                <a:solidFill>
                  <a:srgbClr val="F5F7EF"/>
                </a:solidFill>
                <a:latin typeface="Arial"/>
                <a:ea typeface="Arial"/>
                <a:cs typeface="Arial"/>
              </a:defRPr>
            </a:defPPr>
            <a:lvl1pPr>
              <a:defRPr sz="8400" b="1">
                <a:solidFill>
                  <a:srgbClr val="F5F7EF"/>
                </a:solidFill>
                <a:latin typeface="Arial"/>
                <a:ea typeface="Arial"/>
                <a:cs typeface="Arial"/>
              </a:defRPr>
            </a:lvl1pPr>
            <a:lvl2pPr>
              <a:defRPr sz="8400" b="1">
                <a:solidFill>
                  <a:srgbClr val="F5F7EF"/>
                </a:solidFill>
                <a:latin typeface="Arial"/>
                <a:ea typeface="Arial"/>
                <a:cs typeface="Arial"/>
              </a:defRPr>
            </a:lvl2pPr>
            <a:lvl3pPr>
              <a:defRPr sz="8400" b="1">
                <a:solidFill>
                  <a:srgbClr val="F5F7EF"/>
                </a:solidFill>
                <a:latin typeface="Arial"/>
                <a:ea typeface="Arial"/>
                <a:cs typeface="Arial"/>
              </a:defRPr>
            </a:lvl3pPr>
            <a:lvl4pPr>
              <a:defRPr sz="8400" b="1">
                <a:solidFill>
                  <a:srgbClr val="F5F7EF"/>
                </a:solidFill>
                <a:latin typeface="Arial"/>
                <a:ea typeface="Arial"/>
                <a:cs typeface="Arial"/>
              </a:defRPr>
            </a:lvl4pPr>
            <a:lvl5pPr>
              <a:defRPr sz="8400" b="1">
                <a:solidFill>
                  <a:srgbClr val="F5F7EF"/>
                </a:solidFill>
                <a:latin typeface="Arial"/>
                <a:ea typeface="Arial"/>
                <a:cs typeface="Arial"/>
              </a:defRPr>
            </a:lvl5pPr>
            <a:lvl6pPr>
              <a:defRPr sz="8400" b="1">
                <a:solidFill>
                  <a:srgbClr val="F5F7EF"/>
                </a:solidFill>
                <a:latin typeface="Arial"/>
                <a:ea typeface="Arial"/>
                <a:cs typeface="Arial"/>
              </a:defRPr>
            </a:lvl6pPr>
            <a:lvl7pPr>
              <a:defRPr sz="8400" b="1">
                <a:solidFill>
                  <a:srgbClr val="F5F7EF"/>
                </a:solidFill>
                <a:latin typeface="Arial"/>
                <a:ea typeface="Arial"/>
                <a:cs typeface="Arial"/>
              </a:defRPr>
            </a:lvl7pPr>
            <a:lvl8pPr>
              <a:defRPr sz="8400" b="1">
                <a:solidFill>
                  <a:srgbClr val="F5F7EF"/>
                </a:solidFill>
                <a:latin typeface="Arial"/>
                <a:ea typeface="Arial"/>
                <a:cs typeface="Arial"/>
              </a:defRPr>
            </a:lvl8pPr>
            <a:lvl9pPr>
              <a:defRPr sz="8400" b="1">
                <a:solidFill>
                  <a:srgbClr val="F5F7EF"/>
                </a:solidFill>
                <a:latin typeface="Arial"/>
                <a:ea typeface="Arial"/>
                <a:cs typeface="Arial"/>
              </a:defRPr>
            </a:lvl9pPr>
          </a:lstStyle>
          <a:p xmlns:a="http://schemas.openxmlformats.org/drawingml/2006/main">
            <a:pPr>
              <a:defRPr sz="8400" b="1">
                <a:solidFill>
                  <a:srgbClr val="F5F7EF"/>
                </a:solidFill>
                <a:latin typeface="Arial"/>
                <a:ea typeface="Arial"/>
                <a:cs typeface="Arial"/>
              </a:defRPr>
            </a:pPr>
            <a:r>
              <a:rPr sz="8400" b="1">
                <a:solidFill>
                  <a:srgbClr val="F5F7EF"/>
                </a:solidFill>
                <a:latin typeface="Arial"/>
                <a:ea typeface="Arial"/>
                <a:cs typeface="Arial"/>
              </a:rPr>
              <a:t>JanaМен</a:t>
            </a:r>
          </a:p>
        </p:txBody>
      </p:sp>
      <p:sp>
        <p:nvSpPr>
          <p:cNvPr id="3" name="">
            <a:extLst xmlns:a="http://schemas.openxmlformats.org/drawingml/2006/main">
              <a:ext uri="{FF2B5EF4-FFF2-40B4-BE49-F238E27FC236}">
                <a16:creationId xmlns:a16="http://schemas.microsoft.com/office/drawing/2014/main" id="{72380C52-7BA8-451A-9536-0860D6A7B1B1}"/>
              </a:ext>
            </a:extLst>
          </p:cNvPr>
          <p:cNvSpPr>
            <a:spLocks xmlns:a="http://schemas.openxmlformats.org/drawingml/2006/main" noGrp="1"/>
          </p:cNvSpPr>
          <p:nvPr/>
        </p:nvSpPr>
        <p:spPr>
          <a:xfrm xmlns:a="http://schemas.openxmlformats.org/drawingml/2006/main">
            <a:off x="666750" y="3238500"/>
            <a:ext cx="6858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D5F579"/>
                </a:solidFill>
                <a:latin typeface="Arial"/>
                <a:ea typeface="Arial"/>
                <a:cs typeface="Arial"/>
              </a:defRPr>
            </a:defPPr>
            <a:lvl1pPr>
              <a:defRPr sz="3600" b="1">
                <a:solidFill>
                  <a:srgbClr val="D5F579"/>
                </a:solidFill>
                <a:latin typeface="Arial"/>
                <a:ea typeface="Arial"/>
                <a:cs typeface="Arial"/>
              </a:defRPr>
            </a:lvl1pPr>
            <a:lvl2pPr>
              <a:defRPr sz="3600" b="1">
                <a:solidFill>
                  <a:srgbClr val="D5F579"/>
                </a:solidFill>
                <a:latin typeface="Arial"/>
                <a:ea typeface="Arial"/>
                <a:cs typeface="Arial"/>
              </a:defRPr>
            </a:lvl2pPr>
            <a:lvl3pPr>
              <a:defRPr sz="3600" b="1">
                <a:solidFill>
                  <a:srgbClr val="D5F579"/>
                </a:solidFill>
                <a:latin typeface="Arial"/>
                <a:ea typeface="Arial"/>
                <a:cs typeface="Arial"/>
              </a:defRPr>
            </a:lvl3pPr>
            <a:lvl4pPr>
              <a:defRPr sz="3600" b="1">
                <a:solidFill>
                  <a:srgbClr val="D5F579"/>
                </a:solidFill>
                <a:latin typeface="Arial"/>
                <a:ea typeface="Arial"/>
                <a:cs typeface="Arial"/>
              </a:defRPr>
            </a:lvl4pPr>
            <a:lvl5pPr>
              <a:defRPr sz="3600" b="1">
                <a:solidFill>
                  <a:srgbClr val="D5F579"/>
                </a:solidFill>
                <a:latin typeface="Arial"/>
                <a:ea typeface="Arial"/>
                <a:cs typeface="Arial"/>
              </a:defRPr>
            </a:lvl5pPr>
            <a:lvl6pPr>
              <a:defRPr sz="3600" b="1">
                <a:solidFill>
                  <a:srgbClr val="D5F579"/>
                </a:solidFill>
                <a:latin typeface="Arial"/>
                <a:ea typeface="Arial"/>
                <a:cs typeface="Arial"/>
              </a:defRPr>
            </a:lvl6pPr>
            <a:lvl7pPr>
              <a:defRPr sz="3600" b="1">
                <a:solidFill>
                  <a:srgbClr val="D5F579"/>
                </a:solidFill>
                <a:latin typeface="Arial"/>
                <a:ea typeface="Arial"/>
                <a:cs typeface="Arial"/>
              </a:defRPr>
            </a:lvl7pPr>
            <a:lvl8pPr>
              <a:defRPr sz="3600" b="1">
                <a:solidFill>
                  <a:srgbClr val="D5F579"/>
                </a:solidFill>
                <a:latin typeface="Arial"/>
                <a:ea typeface="Arial"/>
                <a:cs typeface="Arial"/>
              </a:defRPr>
            </a:lvl8pPr>
            <a:lvl9pPr>
              <a:defRPr sz="3600" b="1">
                <a:solidFill>
                  <a:srgbClr val="D5F579"/>
                </a:solidFill>
                <a:latin typeface="Arial"/>
                <a:ea typeface="Arial"/>
                <a:cs typeface="Arial"/>
              </a:defRPr>
            </a:lvl9pPr>
          </a:lstStyle>
          <a:p xmlns:a="http://schemas.openxmlformats.org/drawingml/2006/main">
            <a:pPr>
              <a:defRPr sz="3600" b="1">
                <a:solidFill>
                  <a:srgbClr val="D5F579"/>
                </a:solidFill>
                <a:latin typeface="Arial"/>
                <a:ea typeface="Arial"/>
                <a:cs typeface="Arial"/>
              </a:defRPr>
            </a:pPr>
            <a:r>
              <a:rPr sz="3600" b="1">
                <a:solidFill>
                  <a:srgbClr val="D5F579"/>
                </a:solidFill>
                <a:latin typeface="Arial"/>
                <a:ea typeface="Arial"/>
                <a:cs typeface="Arial"/>
              </a:rPr>
              <a:t>Жұмыс күні</a:t>
            </a:r>
          </a:p>
          <a:p xmlns:a="http://schemas.openxmlformats.org/drawingml/2006/main">
            <a:pPr>
              <a:defRPr sz="3600" b="1">
                <a:solidFill>
                  <a:srgbClr val="D5F579"/>
                </a:solidFill>
                <a:latin typeface="Arial"/>
                <a:ea typeface="Arial"/>
                <a:cs typeface="Arial"/>
              </a:defRPr>
            </a:pPr>
            <a:r>
              <a:rPr sz="3600" b="1">
                <a:solidFill>
                  <a:srgbClr val="D5F579"/>
                </a:solidFill>
                <a:latin typeface="Arial"/>
                <a:ea typeface="Arial"/>
                <a:cs typeface="Arial"/>
              </a:rPr>
              <a:t>бір кеңістіктен басталады.</a:t>
            </a:r>
          </a:p>
        </p:txBody>
      </p:sp>
      <p:sp>
        <p:nvSpPr>
          <p:cNvPr id="4" name="">
            <a:extLst xmlns:a="http://schemas.openxmlformats.org/drawingml/2006/main">
              <a:ext uri="{FF2B5EF4-FFF2-40B4-BE49-F238E27FC236}">
                <a16:creationId xmlns:a16="http://schemas.microsoft.com/office/drawing/2014/main" id="{DDE9B7F1-7AA0-41BC-8676-446269C0B606}"/>
              </a:ext>
            </a:extLst>
          </p:cNvPr>
          <p:cNvSpPr>
            <a:spLocks xmlns:a="http://schemas.openxmlformats.org/drawingml/2006/main" noGrp="1"/>
          </p:cNvSpPr>
          <p:nvPr/>
        </p:nvSpPr>
        <p:spPr>
          <a:xfrm xmlns:a="http://schemas.openxmlformats.org/drawingml/2006/main">
            <a:off x="666750" y="647700"/>
            <a:ext cx="733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B8CBC4"/>
                </a:solidFill>
                <a:latin typeface="Arial"/>
                <a:ea typeface="Arial"/>
                <a:cs typeface="Arial"/>
              </a:defRPr>
            </a:defPPr>
            <a:lvl1pPr>
              <a:defRPr sz="1500" b="0">
                <a:solidFill>
                  <a:srgbClr val="B8CBC4"/>
                </a:solidFill>
                <a:latin typeface="Arial"/>
                <a:ea typeface="Arial"/>
                <a:cs typeface="Arial"/>
              </a:defRPr>
            </a:lvl1pPr>
            <a:lvl2pPr>
              <a:defRPr sz="1500" b="0">
                <a:solidFill>
                  <a:srgbClr val="B8CBC4"/>
                </a:solidFill>
                <a:latin typeface="Arial"/>
                <a:ea typeface="Arial"/>
                <a:cs typeface="Arial"/>
              </a:defRPr>
            </a:lvl2pPr>
            <a:lvl3pPr>
              <a:defRPr sz="1500" b="0">
                <a:solidFill>
                  <a:srgbClr val="B8CBC4"/>
                </a:solidFill>
                <a:latin typeface="Arial"/>
                <a:ea typeface="Arial"/>
                <a:cs typeface="Arial"/>
              </a:defRPr>
            </a:lvl3pPr>
            <a:lvl4pPr>
              <a:defRPr sz="1500" b="0">
                <a:solidFill>
                  <a:srgbClr val="B8CBC4"/>
                </a:solidFill>
                <a:latin typeface="Arial"/>
                <a:ea typeface="Arial"/>
                <a:cs typeface="Arial"/>
              </a:defRPr>
            </a:lvl4pPr>
            <a:lvl5pPr>
              <a:defRPr sz="1500" b="0">
                <a:solidFill>
                  <a:srgbClr val="B8CBC4"/>
                </a:solidFill>
                <a:latin typeface="Arial"/>
                <a:ea typeface="Arial"/>
                <a:cs typeface="Arial"/>
              </a:defRPr>
            </a:lvl5pPr>
            <a:lvl6pPr>
              <a:defRPr sz="1500" b="0">
                <a:solidFill>
                  <a:srgbClr val="B8CBC4"/>
                </a:solidFill>
                <a:latin typeface="Arial"/>
                <a:ea typeface="Arial"/>
                <a:cs typeface="Arial"/>
              </a:defRPr>
            </a:lvl6pPr>
            <a:lvl7pPr>
              <a:defRPr sz="1500" b="0">
                <a:solidFill>
                  <a:srgbClr val="B8CBC4"/>
                </a:solidFill>
                <a:latin typeface="Arial"/>
                <a:ea typeface="Arial"/>
                <a:cs typeface="Arial"/>
              </a:defRPr>
            </a:lvl7pPr>
            <a:lvl8pPr>
              <a:defRPr sz="1500" b="0">
                <a:solidFill>
                  <a:srgbClr val="B8CBC4"/>
                </a:solidFill>
                <a:latin typeface="Arial"/>
                <a:ea typeface="Arial"/>
                <a:cs typeface="Arial"/>
              </a:defRPr>
            </a:lvl8pPr>
            <a:lvl9pPr>
              <a:defRPr sz="1500" b="0">
                <a:solidFill>
                  <a:srgbClr val="B8CBC4"/>
                </a:solidFill>
                <a:latin typeface="Arial"/>
                <a:ea typeface="Arial"/>
                <a:cs typeface="Arial"/>
              </a:defRPr>
            </a:lvl9pPr>
          </a:lstStyle>
          <a:p xmlns:a="http://schemas.openxmlformats.org/drawingml/2006/main">
            <a:pPr>
              <a:defRPr sz="1500" b="0">
                <a:solidFill>
                  <a:srgbClr val="B8CBC4"/>
                </a:solidFill>
                <a:latin typeface="Arial"/>
                <a:ea typeface="Arial"/>
                <a:cs typeface="Arial"/>
              </a:defRPr>
            </a:pPr>
            <a:r>
              <a:rPr sz="1500" b="0">
                <a:solidFill>
                  <a:srgbClr val="B8CBC4"/>
                </a:solidFill>
                <a:latin typeface="Arial"/>
                <a:ea typeface="Arial"/>
                <a:cs typeface="Arial"/>
              </a:rPr>
              <a:t>ЦИФРЛЫҚ HR  /  TERRICON 2026</a:t>
            </a:r>
          </a:p>
        </p:txBody>
      </p:sp>
      <p:sp>
        <p:nvSpPr>
          <p:cNvPr id="5" name="">
            <a:extLst xmlns:a="http://schemas.openxmlformats.org/drawingml/2006/main">
              <a:ext uri="{FF2B5EF4-FFF2-40B4-BE49-F238E27FC236}">
                <a16:creationId xmlns:a16="http://schemas.microsoft.com/office/drawing/2014/main" id="{9408D062-5CF1-472E-A518-07484B67287F}"/>
              </a:ext>
            </a:extLst>
          </p:cNvPr>
          <p:cNvSpPr>
            <a:spLocks xmlns:a="http://schemas.openxmlformats.org/drawingml/2006/main" noGrp="1"/>
          </p:cNvSpPr>
          <p:nvPr/>
        </p:nvSpPr>
        <p:spPr>
          <a:xfrm xmlns:a="http://schemas.openxmlformats.org/drawingml/2006/main">
            <a:off x="666750" y="600075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F5F7EF"/>
                </a:solidFill>
                <a:latin typeface="Arial"/>
                <a:ea typeface="Arial"/>
                <a:cs typeface="Arial"/>
              </a:defRPr>
            </a:defPPr>
            <a:lvl1pPr>
              <a:defRPr sz="1800" b="0">
                <a:solidFill>
                  <a:srgbClr val="F5F7EF"/>
                </a:solidFill>
                <a:latin typeface="Arial"/>
                <a:ea typeface="Arial"/>
                <a:cs typeface="Arial"/>
              </a:defRPr>
            </a:lvl1pPr>
            <a:lvl2pPr>
              <a:defRPr sz="1800" b="0">
                <a:solidFill>
                  <a:srgbClr val="F5F7EF"/>
                </a:solidFill>
                <a:latin typeface="Arial"/>
                <a:ea typeface="Arial"/>
                <a:cs typeface="Arial"/>
              </a:defRPr>
            </a:lvl2pPr>
            <a:lvl3pPr>
              <a:defRPr sz="1800" b="0">
                <a:solidFill>
                  <a:srgbClr val="F5F7EF"/>
                </a:solidFill>
                <a:latin typeface="Arial"/>
                <a:ea typeface="Arial"/>
                <a:cs typeface="Arial"/>
              </a:defRPr>
            </a:lvl3pPr>
            <a:lvl4pPr>
              <a:defRPr sz="1800" b="0">
                <a:solidFill>
                  <a:srgbClr val="F5F7EF"/>
                </a:solidFill>
                <a:latin typeface="Arial"/>
                <a:ea typeface="Arial"/>
                <a:cs typeface="Arial"/>
              </a:defRPr>
            </a:lvl4pPr>
            <a:lvl5pPr>
              <a:defRPr sz="1800" b="0">
                <a:solidFill>
                  <a:srgbClr val="F5F7EF"/>
                </a:solidFill>
                <a:latin typeface="Arial"/>
                <a:ea typeface="Arial"/>
                <a:cs typeface="Arial"/>
              </a:defRPr>
            </a:lvl5pPr>
            <a:lvl6pPr>
              <a:defRPr sz="1800" b="0">
                <a:solidFill>
                  <a:srgbClr val="F5F7EF"/>
                </a:solidFill>
                <a:latin typeface="Arial"/>
                <a:ea typeface="Arial"/>
                <a:cs typeface="Arial"/>
              </a:defRPr>
            </a:lvl6pPr>
            <a:lvl7pPr>
              <a:defRPr sz="1800" b="0">
                <a:solidFill>
                  <a:srgbClr val="F5F7EF"/>
                </a:solidFill>
                <a:latin typeface="Arial"/>
                <a:ea typeface="Arial"/>
                <a:cs typeface="Arial"/>
              </a:defRPr>
            </a:lvl7pPr>
            <a:lvl8pPr>
              <a:defRPr sz="1800" b="0">
                <a:solidFill>
                  <a:srgbClr val="F5F7EF"/>
                </a:solidFill>
                <a:latin typeface="Arial"/>
                <a:ea typeface="Arial"/>
                <a:cs typeface="Arial"/>
              </a:defRPr>
            </a:lvl8pPr>
            <a:lvl9pPr>
              <a:defRPr sz="1800" b="0">
                <a:solidFill>
                  <a:srgbClr val="F5F7EF"/>
                </a:solidFill>
                <a:latin typeface="Arial"/>
                <a:ea typeface="Arial"/>
                <a:cs typeface="Arial"/>
              </a:defRPr>
            </a:lvl9pPr>
          </a:lstStyle>
          <a:p xmlns:a="http://schemas.openxmlformats.org/drawingml/2006/main">
            <a:pPr>
              <a:defRPr sz="1800" b="0">
                <a:solidFill>
                  <a:srgbClr val="F5F7EF"/>
                </a:solidFill>
                <a:latin typeface="Arial"/>
                <a:ea typeface="Arial"/>
                <a:cs typeface="Arial"/>
              </a:defRPr>
            </a:pPr>
            <a:r>
              <a:rPr sz="1800" b="0">
                <a:solidFill>
                  <a:srgbClr val="F5F7EF"/>
                </a:solidFill>
                <a:latin typeface="Arial"/>
                <a:ea typeface="Arial"/>
                <a:cs typeface="Arial"/>
              </a:rPr>
              <a:t>PostTech</a:t>
            </a:r>
          </a:p>
        </p:txBody>
      </p:sp>
      <p:sp>
        <p:nvSpPr>
          <p:cNvPr id="6" name="">
            <a:extLst xmlns:a="http://schemas.openxmlformats.org/drawingml/2006/main">
              <a:ext uri="{FF2B5EF4-FFF2-40B4-BE49-F238E27FC236}">
                <a16:creationId xmlns:a16="http://schemas.microsoft.com/office/drawing/2014/main" id="{A12FCEBF-FB8D-4C41-94BA-EE8635B1939E}"/>
              </a:ext>
            </a:extLst>
          </p:cNvPr>
          <p:cNvSpPr>
            <a:spLocks xmlns:a="http://schemas.openxmlformats.org/drawingml/2006/main" noGrp="1"/>
          </p:cNvSpPr>
          <p:nvPr/>
        </p:nvSpPr>
        <p:spPr>
          <a:xfrm xmlns:a="http://schemas.openxmlformats.org/drawingml/2006/main">
            <a:off x="8763000" y="1295400"/>
            <a:ext cx="2438400" cy="2438400"/>
          </a:xfrm>
          <a:prstGeom xmlns:a="http://schemas.openxmlformats.org/drawingml/2006/main" prst="ellipse">
            <a:avLst/>
          </a:prstGeom>
          <a:solidFill xmlns:a="http://schemas.openxmlformats.org/drawingml/2006/main">
            <a:srgbClr val="D5F57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E42ABBB-EAB9-4E91-BB55-48EAE78034B6}"/>
              </a:ext>
            </a:extLst>
          </p:cNvPr>
          <p:cNvSpPr>
            <a:spLocks xmlns:a="http://schemas.openxmlformats.org/drawingml/2006/main" noGrp="1"/>
          </p:cNvSpPr>
          <p:nvPr/>
        </p:nvSpPr>
        <p:spPr>
          <a:xfrm xmlns:a="http://schemas.openxmlformats.org/drawingml/2006/main">
            <a:off x="9201150" y="1200150"/>
            <a:ext cx="17145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650" b="1">
                <a:solidFill>
                  <a:srgbClr val="0C3029"/>
                </a:solidFill>
                <a:latin typeface="Arial"/>
                <a:ea typeface="Arial"/>
                <a:cs typeface="Arial"/>
              </a:defRPr>
            </a:defPPr>
            <a:lvl1pPr>
              <a:defRPr sz="16650" b="1">
                <a:solidFill>
                  <a:srgbClr val="0C3029"/>
                </a:solidFill>
                <a:latin typeface="Arial"/>
                <a:ea typeface="Arial"/>
                <a:cs typeface="Arial"/>
              </a:defRPr>
            </a:lvl1pPr>
            <a:lvl2pPr>
              <a:defRPr sz="16650" b="1">
                <a:solidFill>
                  <a:srgbClr val="0C3029"/>
                </a:solidFill>
                <a:latin typeface="Arial"/>
                <a:ea typeface="Arial"/>
                <a:cs typeface="Arial"/>
              </a:defRPr>
            </a:lvl2pPr>
            <a:lvl3pPr>
              <a:defRPr sz="16650" b="1">
                <a:solidFill>
                  <a:srgbClr val="0C3029"/>
                </a:solidFill>
                <a:latin typeface="Arial"/>
                <a:ea typeface="Arial"/>
                <a:cs typeface="Arial"/>
              </a:defRPr>
            </a:lvl3pPr>
            <a:lvl4pPr>
              <a:defRPr sz="16650" b="1">
                <a:solidFill>
                  <a:srgbClr val="0C3029"/>
                </a:solidFill>
                <a:latin typeface="Arial"/>
                <a:ea typeface="Arial"/>
                <a:cs typeface="Arial"/>
              </a:defRPr>
            </a:lvl4pPr>
            <a:lvl5pPr>
              <a:defRPr sz="16650" b="1">
                <a:solidFill>
                  <a:srgbClr val="0C3029"/>
                </a:solidFill>
                <a:latin typeface="Arial"/>
                <a:ea typeface="Arial"/>
                <a:cs typeface="Arial"/>
              </a:defRPr>
            </a:lvl5pPr>
            <a:lvl6pPr>
              <a:defRPr sz="16650" b="1">
                <a:solidFill>
                  <a:srgbClr val="0C3029"/>
                </a:solidFill>
                <a:latin typeface="Arial"/>
                <a:ea typeface="Arial"/>
                <a:cs typeface="Arial"/>
              </a:defRPr>
            </a:lvl6pPr>
            <a:lvl7pPr>
              <a:defRPr sz="16650" b="1">
                <a:solidFill>
                  <a:srgbClr val="0C3029"/>
                </a:solidFill>
                <a:latin typeface="Arial"/>
                <a:ea typeface="Arial"/>
                <a:cs typeface="Arial"/>
              </a:defRPr>
            </a:lvl7pPr>
            <a:lvl8pPr>
              <a:defRPr sz="16650" b="1">
                <a:solidFill>
                  <a:srgbClr val="0C3029"/>
                </a:solidFill>
                <a:latin typeface="Arial"/>
                <a:ea typeface="Arial"/>
                <a:cs typeface="Arial"/>
              </a:defRPr>
            </a:lvl8pPr>
            <a:lvl9pPr>
              <a:defRPr sz="16650" b="1">
                <a:solidFill>
                  <a:srgbClr val="0C3029"/>
                </a:solidFill>
                <a:latin typeface="Arial"/>
                <a:ea typeface="Arial"/>
                <a:cs typeface="Arial"/>
              </a:defRPr>
            </a:lvl9pPr>
          </a:lstStyle>
          <a:p xmlns:a="http://schemas.openxmlformats.org/drawingml/2006/main">
            <a:pPr>
              <a:defRPr sz="16650" b="1">
                <a:solidFill>
                  <a:srgbClr val="0C3029"/>
                </a:solidFill>
                <a:latin typeface="Arial"/>
                <a:ea typeface="Arial"/>
                <a:cs typeface="Arial"/>
              </a:defRPr>
            </a:pPr>
            <a:r>
              <a:rPr sz="16650" b="1">
                <a:solidFill>
                  <a:srgbClr val="0C3029"/>
                </a:solidFill>
                <a:latin typeface="Arial"/>
                <a:ea typeface="Arial"/>
                <a:cs typeface="Arial"/>
              </a:rPr>
              <a:t>J</a:t>
            </a:r>
          </a:p>
        </p:txBody>
      </p:sp>
      <p:sp>
        <p:nvSpPr>
          <p:cNvPr id="8" name="">
            <a:extLst xmlns:a="http://schemas.openxmlformats.org/drawingml/2006/main">
              <a:ext uri="{FF2B5EF4-FFF2-40B4-BE49-F238E27FC236}">
                <a16:creationId xmlns:a16="http://schemas.microsoft.com/office/drawing/2014/main" id="{8115621F-70E5-4BE1-84FF-917EB8B3BD60}"/>
              </a:ext>
            </a:extLst>
          </p:cNvPr>
          <p:cNvSpPr>
            <a:spLocks xmlns:a="http://schemas.openxmlformats.org/drawingml/2006/main" noGrp="1"/>
          </p:cNvSpPr>
          <p:nvPr/>
        </p:nvSpPr>
        <p:spPr>
          <a:xfrm xmlns:a="http://schemas.openxmlformats.org/drawingml/2006/main">
            <a:off x="9353550" y="4095750"/>
            <a:ext cx="76200" cy="1238250"/>
          </a:xfrm>
          <a:prstGeom xmlns:a="http://schemas.openxmlformats.org/drawingml/2006/main" prst="rect">
            <a:avLst/>
          </a:prstGeom>
          <a:solidFill xmlns:a="http://schemas.openxmlformats.org/drawingml/2006/main">
            <a:srgbClr val="55796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A26986-F1D4-4A93-9BDC-020FF0EAD846}"/>
              </a:ext>
            </a:extLst>
          </p:cNvPr>
          <p:cNvSpPr>
            <a:spLocks xmlns:a="http://schemas.openxmlformats.org/drawingml/2006/main" noGrp="1"/>
          </p:cNvSpPr>
          <p:nvPr/>
        </p:nvSpPr>
        <p:spPr>
          <a:xfrm xmlns:a="http://schemas.openxmlformats.org/drawingml/2006/main">
            <a:off x="8267700" y="5276850"/>
            <a:ext cx="1162050" cy="76200"/>
          </a:xfrm>
          <a:prstGeom xmlns:a="http://schemas.openxmlformats.org/drawingml/2006/main" prst="rect">
            <a:avLst/>
          </a:prstGeom>
          <a:solidFill xmlns:a="http://schemas.openxmlformats.org/drawingml/2006/main">
            <a:srgbClr val="55796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4B9A33-BCF3-465E-ABF0-9912EB7101FD}"/>
              </a:ext>
            </a:extLst>
          </p:cNvPr>
          <p:cNvSpPr>
            <a:spLocks xmlns:a="http://schemas.openxmlformats.org/drawingml/2006/main" noGrp="1"/>
          </p:cNvSpPr>
          <p:nvPr/>
        </p:nvSpPr>
        <p:spPr>
          <a:xfrm xmlns:a="http://schemas.openxmlformats.org/drawingml/2006/main">
            <a:off x="9305925" y="4010025"/>
            <a:ext cx="171450" cy="171450"/>
          </a:xfrm>
          <a:prstGeom xmlns:a="http://schemas.openxmlformats.org/drawingml/2006/main" prst="ellipse">
            <a:avLst/>
          </a:prstGeom>
          <a:solidFill xmlns:a="http://schemas.openxmlformats.org/drawingml/2006/main">
            <a:srgbClr val="D5F5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913BD7E-6C83-4A77-8E32-80E4D174C5B9}"/>
              </a:ext>
            </a:extLst>
          </p:cNvPr>
          <p:cNvSpPr>
            <a:spLocks xmlns:a="http://schemas.openxmlformats.org/drawingml/2006/main" noGrp="1"/>
          </p:cNvSpPr>
          <p:nvPr/>
        </p:nvSpPr>
        <p:spPr>
          <a:xfrm xmlns:a="http://schemas.openxmlformats.org/drawingml/2006/main">
            <a:off x="9305925" y="5229225"/>
            <a:ext cx="171450" cy="171450"/>
          </a:xfrm>
          <a:prstGeom xmlns:a="http://schemas.openxmlformats.org/drawingml/2006/main" prst="ellipse">
            <a:avLst/>
          </a:prstGeom>
          <a:solidFill xmlns:a="http://schemas.openxmlformats.org/drawingml/2006/main">
            <a:srgbClr val="D5F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136DBBB-C199-4F2B-BAB2-1384CBAC964A}"/>
              </a:ext>
            </a:extLst>
          </p:cNvPr>
          <p:cNvSpPr>
            <a:spLocks xmlns:a="http://schemas.openxmlformats.org/drawingml/2006/main" noGrp="1"/>
          </p:cNvSpPr>
          <p:nvPr/>
        </p:nvSpPr>
        <p:spPr>
          <a:xfrm xmlns:a="http://schemas.openxmlformats.org/drawingml/2006/main">
            <a:off x="8181975" y="5229225"/>
            <a:ext cx="171450" cy="171450"/>
          </a:xfrm>
          <a:prstGeom xmlns:a="http://schemas.openxmlformats.org/drawingml/2006/main" prst="ellipse">
            <a:avLst/>
          </a:prstGeom>
          <a:solidFill xmlns:a="http://schemas.openxmlformats.org/drawingml/2006/main">
            <a:srgbClr val="D5F5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1514D0-9D2B-4162-AA1C-7FDF1DA180EE}"/>
              </a:ext>
            </a:extLst>
          </p:cNvPr>
          <p:cNvSpPr>
            <a:spLocks xmlns:a="http://schemas.openxmlformats.org/drawingml/2006/main" noGrp="1"/>
          </p:cNvSpPr>
          <p:nvPr/>
        </p:nvSpPr>
        <p:spPr>
          <a:xfrm xmlns:a="http://schemas.openxmlformats.org/drawingml/2006/main">
            <a:off x="666750" y="50482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B8CBC4"/>
                </a:solidFill>
                <a:latin typeface="Arial"/>
                <a:ea typeface="Arial"/>
                <a:cs typeface="Arial"/>
              </a:defRPr>
            </a:defPPr>
            <a:lvl1pPr>
              <a:defRPr sz="1950" b="0">
                <a:solidFill>
                  <a:srgbClr val="B8CBC4"/>
                </a:solidFill>
                <a:latin typeface="Arial"/>
                <a:ea typeface="Arial"/>
                <a:cs typeface="Arial"/>
              </a:defRPr>
            </a:lvl1pPr>
            <a:lvl2pPr>
              <a:defRPr sz="1950" b="0">
                <a:solidFill>
                  <a:srgbClr val="B8CBC4"/>
                </a:solidFill>
                <a:latin typeface="Arial"/>
                <a:ea typeface="Arial"/>
                <a:cs typeface="Arial"/>
              </a:defRPr>
            </a:lvl2pPr>
            <a:lvl3pPr>
              <a:defRPr sz="1950" b="0">
                <a:solidFill>
                  <a:srgbClr val="B8CBC4"/>
                </a:solidFill>
                <a:latin typeface="Arial"/>
                <a:ea typeface="Arial"/>
                <a:cs typeface="Arial"/>
              </a:defRPr>
            </a:lvl3pPr>
            <a:lvl4pPr>
              <a:defRPr sz="1950" b="0">
                <a:solidFill>
                  <a:srgbClr val="B8CBC4"/>
                </a:solidFill>
                <a:latin typeface="Arial"/>
                <a:ea typeface="Arial"/>
                <a:cs typeface="Arial"/>
              </a:defRPr>
            </a:lvl4pPr>
            <a:lvl5pPr>
              <a:defRPr sz="1950" b="0">
                <a:solidFill>
                  <a:srgbClr val="B8CBC4"/>
                </a:solidFill>
                <a:latin typeface="Arial"/>
                <a:ea typeface="Arial"/>
                <a:cs typeface="Arial"/>
              </a:defRPr>
            </a:lvl5pPr>
            <a:lvl6pPr>
              <a:defRPr sz="1950" b="0">
                <a:solidFill>
                  <a:srgbClr val="B8CBC4"/>
                </a:solidFill>
                <a:latin typeface="Arial"/>
                <a:ea typeface="Arial"/>
                <a:cs typeface="Arial"/>
              </a:defRPr>
            </a:lvl6pPr>
            <a:lvl7pPr>
              <a:defRPr sz="1950" b="0">
                <a:solidFill>
                  <a:srgbClr val="B8CBC4"/>
                </a:solidFill>
                <a:latin typeface="Arial"/>
                <a:ea typeface="Arial"/>
                <a:cs typeface="Arial"/>
              </a:defRPr>
            </a:lvl7pPr>
            <a:lvl8pPr>
              <a:defRPr sz="1950" b="0">
                <a:solidFill>
                  <a:srgbClr val="B8CBC4"/>
                </a:solidFill>
                <a:latin typeface="Arial"/>
                <a:ea typeface="Arial"/>
                <a:cs typeface="Arial"/>
              </a:defRPr>
            </a:lvl8pPr>
            <a:lvl9pPr>
              <a:defRPr sz="1950" b="0">
                <a:solidFill>
                  <a:srgbClr val="B8CBC4"/>
                </a:solidFill>
                <a:latin typeface="Arial"/>
                <a:ea typeface="Arial"/>
                <a:cs typeface="Arial"/>
              </a:defRPr>
            </a:lvl9pPr>
          </a:lstStyle>
          <a:p xmlns:a="http://schemas.openxmlformats.org/drawingml/2006/main">
            <a:pPr>
              <a:defRPr sz="1950" b="0">
                <a:solidFill>
                  <a:srgbClr val="B8CBC4"/>
                </a:solidFill>
                <a:latin typeface="Arial"/>
                <a:ea typeface="Arial"/>
                <a:cs typeface="Arial"/>
              </a:defRPr>
            </a:pPr>
            <a:r>
              <a:rPr sz="1950" b="0">
                <a:solidFill>
                  <a:srgbClr val="B8CBC4"/>
                </a:solidFill>
                <a:latin typeface="Arial"/>
                <a:ea typeface="Arial"/>
                <a:cs typeface="Arial"/>
              </a:rPr>
              <a:t>Jana Post қызметкерлерінің бірыңғай HR кабинеті</a:t>
            </a:r>
          </a:p>
        </p:txBody>
      </p:sp>
    </p:spTree>
    <p:extLst>
      <p:ext uri="{BB962C8B-B14F-4D97-AF65-F5344CB8AC3E}">
        <p14:creationId xmlns:p14="http://schemas.microsoft.com/office/powerpoint/2010/main" val="2047009892"/>
      </p:ext>
    </p:extLst>
  </p:cSld>
</p:sld>
</file>

<file path=ppt/slides/slide2.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5CD416A-C0ED-4A37-8D4D-D5B1B3A5F5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66A4530-A387-435A-9C9D-655A83B3D194}"/>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Қызметкер біреу.</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HR қызметтері бірнеше жерде.</a:t>
            </a:r>
          </a:p>
        </p:txBody>
      </p:sp>
      <p:sp>
        <p:nvSpPr>
          <p:cNvPr id="4" name="">
            <a:extLst xmlns:a="http://schemas.openxmlformats.org/drawingml/2006/main">
              <a:ext uri="{FF2B5EF4-FFF2-40B4-BE49-F238E27FC236}">
                <a16:creationId xmlns:a16="http://schemas.microsoft.com/office/drawing/2014/main" id="{5D953BCA-D0B6-4701-B5D6-157560ED933D}"/>
              </a:ext>
            </a:extLst>
          </p:cNvPr>
          <p:cNvSpPr>
            <a:spLocks xmlns:a="http://schemas.openxmlformats.org/drawingml/2006/main" noGrp="1"/>
          </p:cNvSpPr>
          <p:nvPr/>
        </p:nvSpPr>
        <p:spPr>
          <a:xfrm xmlns:a="http://schemas.openxmlformats.org/drawingml/2006/main">
            <a:off x="628650" y="20859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63776F"/>
                </a:solidFill>
                <a:latin typeface="Arial"/>
                <a:ea typeface="Arial"/>
                <a:cs typeface="Arial"/>
              </a:defRPr>
            </a:defPPr>
            <a:lvl1pPr>
              <a:defRPr sz="1275" b="1">
                <a:solidFill>
                  <a:srgbClr val="63776F"/>
                </a:solidFill>
                <a:latin typeface="Arial"/>
                <a:ea typeface="Arial"/>
                <a:cs typeface="Arial"/>
              </a:defRPr>
            </a:lvl1pPr>
            <a:lvl2pPr>
              <a:defRPr sz="1275" b="1">
                <a:solidFill>
                  <a:srgbClr val="63776F"/>
                </a:solidFill>
                <a:latin typeface="Arial"/>
                <a:ea typeface="Arial"/>
                <a:cs typeface="Arial"/>
              </a:defRPr>
            </a:lvl2pPr>
            <a:lvl3pPr>
              <a:defRPr sz="1275" b="1">
                <a:solidFill>
                  <a:srgbClr val="63776F"/>
                </a:solidFill>
                <a:latin typeface="Arial"/>
                <a:ea typeface="Arial"/>
                <a:cs typeface="Arial"/>
              </a:defRPr>
            </a:lvl3pPr>
            <a:lvl4pPr>
              <a:defRPr sz="1275" b="1">
                <a:solidFill>
                  <a:srgbClr val="63776F"/>
                </a:solidFill>
                <a:latin typeface="Arial"/>
                <a:ea typeface="Arial"/>
                <a:cs typeface="Arial"/>
              </a:defRPr>
            </a:lvl4pPr>
            <a:lvl5pPr>
              <a:defRPr sz="1275" b="1">
                <a:solidFill>
                  <a:srgbClr val="63776F"/>
                </a:solidFill>
                <a:latin typeface="Arial"/>
                <a:ea typeface="Arial"/>
                <a:cs typeface="Arial"/>
              </a:defRPr>
            </a:lvl5pPr>
            <a:lvl6pPr>
              <a:defRPr sz="1275" b="1">
                <a:solidFill>
                  <a:srgbClr val="63776F"/>
                </a:solidFill>
                <a:latin typeface="Arial"/>
                <a:ea typeface="Arial"/>
                <a:cs typeface="Arial"/>
              </a:defRPr>
            </a:lvl6pPr>
            <a:lvl7pPr>
              <a:defRPr sz="1275" b="1">
                <a:solidFill>
                  <a:srgbClr val="63776F"/>
                </a:solidFill>
                <a:latin typeface="Arial"/>
                <a:ea typeface="Arial"/>
                <a:cs typeface="Arial"/>
              </a:defRPr>
            </a:lvl7pPr>
            <a:lvl8pPr>
              <a:defRPr sz="1275" b="1">
                <a:solidFill>
                  <a:srgbClr val="63776F"/>
                </a:solidFill>
                <a:latin typeface="Arial"/>
                <a:ea typeface="Arial"/>
                <a:cs typeface="Arial"/>
              </a:defRPr>
            </a:lvl8pPr>
            <a:lvl9pPr>
              <a:defRPr sz="1275" b="1">
                <a:solidFill>
                  <a:srgbClr val="63776F"/>
                </a:solidFill>
                <a:latin typeface="Arial"/>
                <a:ea typeface="Arial"/>
                <a:cs typeface="Arial"/>
              </a:defRPr>
            </a:lvl9pPr>
          </a:lstStyle>
          <a:p xmlns:a="http://schemas.openxmlformats.org/drawingml/2006/main">
            <a:pPr>
              <a:defRPr sz="1275" b="1">
                <a:solidFill>
                  <a:srgbClr val="63776F"/>
                </a:solidFill>
                <a:latin typeface="Arial"/>
                <a:ea typeface="Arial"/>
                <a:cs typeface="Arial"/>
              </a:defRPr>
            </a:pPr>
            <a:r>
              <a:rPr sz="1275" b="1">
                <a:solidFill>
                  <a:srgbClr val="63776F"/>
                </a:solidFill>
                <a:latin typeface="Arial"/>
                <a:ea typeface="Arial"/>
                <a:cs typeface="Arial"/>
              </a:rPr>
              <a:t>КЕЙСТЕГІ ҚАЗІРГІ ЖАҒДАЙ</a:t>
            </a:r>
          </a:p>
        </p:txBody>
      </p:sp>
      <p:sp>
        <p:nvSpPr>
          <p:cNvPr id="5" name="">
            <a:extLst xmlns:a="http://schemas.openxmlformats.org/drawingml/2006/main">
              <a:ext uri="{FF2B5EF4-FFF2-40B4-BE49-F238E27FC236}">
                <a16:creationId xmlns:a16="http://schemas.microsoft.com/office/drawing/2014/main" id="{87EBD37F-B077-44ED-ADE4-65C17614E10A}"/>
              </a:ext>
            </a:extLst>
          </p:cNvPr>
          <p:cNvSpPr>
            <a:spLocks xmlns:a="http://schemas.openxmlformats.org/drawingml/2006/main" noGrp="1"/>
          </p:cNvSpPr>
          <p:nvPr/>
        </p:nvSpPr>
        <p:spPr>
          <a:xfrm xmlns:a="http://schemas.openxmlformats.org/drawingml/2006/main">
            <a:off x="628650" y="264795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C76338"/>
                </a:solidFill>
                <a:latin typeface="Arial"/>
                <a:ea typeface="Arial"/>
                <a:cs typeface="Arial"/>
              </a:defRPr>
            </a:defPPr>
            <a:lvl1pPr>
              <a:defRPr sz="2100" b="1">
                <a:solidFill>
                  <a:srgbClr val="C76338"/>
                </a:solidFill>
                <a:latin typeface="Arial"/>
                <a:ea typeface="Arial"/>
                <a:cs typeface="Arial"/>
              </a:defRPr>
            </a:lvl1pPr>
            <a:lvl2pPr>
              <a:defRPr sz="2100" b="1">
                <a:solidFill>
                  <a:srgbClr val="C76338"/>
                </a:solidFill>
                <a:latin typeface="Arial"/>
                <a:ea typeface="Arial"/>
                <a:cs typeface="Arial"/>
              </a:defRPr>
            </a:lvl2pPr>
            <a:lvl3pPr>
              <a:defRPr sz="2100" b="1">
                <a:solidFill>
                  <a:srgbClr val="C76338"/>
                </a:solidFill>
                <a:latin typeface="Arial"/>
                <a:ea typeface="Arial"/>
                <a:cs typeface="Arial"/>
              </a:defRPr>
            </a:lvl3pPr>
            <a:lvl4pPr>
              <a:defRPr sz="2100" b="1">
                <a:solidFill>
                  <a:srgbClr val="C76338"/>
                </a:solidFill>
                <a:latin typeface="Arial"/>
                <a:ea typeface="Arial"/>
                <a:cs typeface="Arial"/>
              </a:defRPr>
            </a:lvl4pPr>
            <a:lvl5pPr>
              <a:defRPr sz="2100" b="1">
                <a:solidFill>
                  <a:srgbClr val="C76338"/>
                </a:solidFill>
                <a:latin typeface="Arial"/>
                <a:ea typeface="Arial"/>
                <a:cs typeface="Arial"/>
              </a:defRPr>
            </a:lvl5pPr>
            <a:lvl6pPr>
              <a:defRPr sz="2100" b="1">
                <a:solidFill>
                  <a:srgbClr val="C76338"/>
                </a:solidFill>
                <a:latin typeface="Arial"/>
                <a:ea typeface="Arial"/>
                <a:cs typeface="Arial"/>
              </a:defRPr>
            </a:lvl6pPr>
            <a:lvl7pPr>
              <a:defRPr sz="2100" b="1">
                <a:solidFill>
                  <a:srgbClr val="C76338"/>
                </a:solidFill>
                <a:latin typeface="Arial"/>
                <a:ea typeface="Arial"/>
                <a:cs typeface="Arial"/>
              </a:defRPr>
            </a:lvl7pPr>
            <a:lvl8pPr>
              <a:defRPr sz="2100" b="1">
                <a:solidFill>
                  <a:srgbClr val="C76338"/>
                </a:solidFill>
                <a:latin typeface="Arial"/>
                <a:ea typeface="Arial"/>
                <a:cs typeface="Arial"/>
              </a:defRPr>
            </a:lvl8pPr>
            <a:lvl9pPr>
              <a:defRPr sz="2100" b="1">
                <a:solidFill>
                  <a:srgbClr val="C76338"/>
                </a:solidFill>
                <a:latin typeface="Arial"/>
                <a:ea typeface="Arial"/>
                <a:cs typeface="Arial"/>
              </a:defRPr>
            </a:lvl9pPr>
          </a:lstStyle>
          <a:p xmlns:a="http://schemas.openxmlformats.org/drawingml/2006/main">
            <a:pPr>
              <a:defRPr sz="2100" b="1">
                <a:solidFill>
                  <a:srgbClr val="C76338"/>
                </a:solidFill>
                <a:latin typeface="Arial"/>
                <a:ea typeface="Arial"/>
                <a:cs typeface="Arial"/>
              </a:defRPr>
            </a:pPr>
            <a:r>
              <a:rPr sz="2100" b="1">
                <a:solidFill>
                  <a:srgbClr val="C7633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BD86B9F-73CB-40AC-924E-DF95CC049AEC}"/>
              </a:ext>
            </a:extLst>
          </p:cNvPr>
          <p:cNvSpPr>
            <a:spLocks xmlns:a="http://schemas.openxmlformats.org/drawingml/2006/main" noGrp="1"/>
          </p:cNvSpPr>
          <p:nvPr/>
        </p:nvSpPr>
        <p:spPr>
          <a:xfrm xmlns:a="http://schemas.openxmlformats.org/drawingml/2006/main">
            <a:off x="1304925" y="26670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Кадрлық деректер</a:t>
            </a:r>
          </a:p>
        </p:txBody>
      </p:sp>
      <p:sp>
        <p:nvSpPr>
          <p:cNvPr id="7" name="">
            <a:extLst xmlns:a="http://schemas.openxmlformats.org/drawingml/2006/main">
              <a:ext uri="{FF2B5EF4-FFF2-40B4-BE49-F238E27FC236}">
                <a16:creationId xmlns:a16="http://schemas.microsoft.com/office/drawing/2014/main" id="{A047EB54-342F-4BBB-BAD4-F6C2A0BA0D6B}"/>
              </a:ext>
            </a:extLst>
          </p:cNvPr>
          <p:cNvSpPr>
            <a:spLocks xmlns:a="http://schemas.openxmlformats.org/drawingml/2006/main" noGrp="1"/>
          </p:cNvSpPr>
          <p:nvPr/>
        </p:nvSpPr>
        <p:spPr>
          <a:xfrm xmlns:a="http://schemas.openxmlformats.org/drawingml/2006/main">
            <a:off x="1304925" y="3152775"/>
            <a:ext cx="4238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4F8B2A-A3A8-49C5-820F-1D1812D35CC9}"/>
              </a:ext>
            </a:extLst>
          </p:cNvPr>
          <p:cNvSpPr>
            <a:spLocks xmlns:a="http://schemas.openxmlformats.org/drawingml/2006/main" noGrp="1"/>
          </p:cNvSpPr>
          <p:nvPr/>
        </p:nvSpPr>
        <p:spPr>
          <a:xfrm xmlns:a="http://schemas.openxmlformats.org/drawingml/2006/main">
            <a:off x="628650" y="3343275"/>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C76338"/>
                </a:solidFill>
                <a:latin typeface="Arial"/>
                <a:ea typeface="Arial"/>
                <a:cs typeface="Arial"/>
              </a:defRPr>
            </a:defPPr>
            <a:lvl1pPr>
              <a:defRPr sz="2100" b="1">
                <a:solidFill>
                  <a:srgbClr val="C76338"/>
                </a:solidFill>
                <a:latin typeface="Arial"/>
                <a:ea typeface="Arial"/>
                <a:cs typeface="Arial"/>
              </a:defRPr>
            </a:lvl1pPr>
            <a:lvl2pPr>
              <a:defRPr sz="2100" b="1">
                <a:solidFill>
                  <a:srgbClr val="C76338"/>
                </a:solidFill>
                <a:latin typeface="Arial"/>
                <a:ea typeface="Arial"/>
                <a:cs typeface="Arial"/>
              </a:defRPr>
            </a:lvl2pPr>
            <a:lvl3pPr>
              <a:defRPr sz="2100" b="1">
                <a:solidFill>
                  <a:srgbClr val="C76338"/>
                </a:solidFill>
                <a:latin typeface="Arial"/>
                <a:ea typeface="Arial"/>
                <a:cs typeface="Arial"/>
              </a:defRPr>
            </a:lvl3pPr>
            <a:lvl4pPr>
              <a:defRPr sz="2100" b="1">
                <a:solidFill>
                  <a:srgbClr val="C76338"/>
                </a:solidFill>
                <a:latin typeface="Arial"/>
                <a:ea typeface="Arial"/>
                <a:cs typeface="Arial"/>
              </a:defRPr>
            </a:lvl4pPr>
            <a:lvl5pPr>
              <a:defRPr sz="2100" b="1">
                <a:solidFill>
                  <a:srgbClr val="C76338"/>
                </a:solidFill>
                <a:latin typeface="Arial"/>
                <a:ea typeface="Arial"/>
                <a:cs typeface="Arial"/>
              </a:defRPr>
            </a:lvl5pPr>
            <a:lvl6pPr>
              <a:defRPr sz="2100" b="1">
                <a:solidFill>
                  <a:srgbClr val="C76338"/>
                </a:solidFill>
                <a:latin typeface="Arial"/>
                <a:ea typeface="Arial"/>
                <a:cs typeface="Arial"/>
              </a:defRPr>
            </a:lvl6pPr>
            <a:lvl7pPr>
              <a:defRPr sz="2100" b="1">
                <a:solidFill>
                  <a:srgbClr val="C76338"/>
                </a:solidFill>
                <a:latin typeface="Arial"/>
                <a:ea typeface="Arial"/>
                <a:cs typeface="Arial"/>
              </a:defRPr>
            </a:lvl7pPr>
            <a:lvl8pPr>
              <a:defRPr sz="2100" b="1">
                <a:solidFill>
                  <a:srgbClr val="C76338"/>
                </a:solidFill>
                <a:latin typeface="Arial"/>
                <a:ea typeface="Arial"/>
                <a:cs typeface="Arial"/>
              </a:defRPr>
            </a:lvl8pPr>
            <a:lvl9pPr>
              <a:defRPr sz="2100" b="1">
                <a:solidFill>
                  <a:srgbClr val="C76338"/>
                </a:solidFill>
                <a:latin typeface="Arial"/>
                <a:ea typeface="Arial"/>
                <a:cs typeface="Arial"/>
              </a:defRPr>
            </a:lvl9pPr>
          </a:lstStyle>
          <a:p xmlns:a="http://schemas.openxmlformats.org/drawingml/2006/main">
            <a:pPr>
              <a:defRPr sz="2100" b="1">
                <a:solidFill>
                  <a:srgbClr val="C76338"/>
                </a:solidFill>
                <a:latin typeface="Arial"/>
                <a:ea typeface="Arial"/>
                <a:cs typeface="Arial"/>
              </a:defRPr>
            </a:pPr>
            <a:r>
              <a:rPr sz="2100" b="1">
                <a:solidFill>
                  <a:srgbClr val="C7633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5F670F7-5147-4F64-9613-705B47914EA5}"/>
              </a:ext>
            </a:extLst>
          </p:cNvPr>
          <p:cNvSpPr>
            <a:spLocks xmlns:a="http://schemas.openxmlformats.org/drawingml/2006/main" noGrp="1"/>
          </p:cNvSpPr>
          <p:nvPr/>
        </p:nvSpPr>
        <p:spPr>
          <a:xfrm xmlns:a="http://schemas.openxmlformats.org/drawingml/2006/main">
            <a:off x="1304925" y="336232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Өтінімдер мен келісу</a:t>
            </a:r>
          </a:p>
        </p:txBody>
      </p:sp>
      <p:sp>
        <p:nvSpPr>
          <p:cNvPr id="10" name="">
            <a:extLst xmlns:a="http://schemas.openxmlformats.org/drawingml/2006/main">
              <a:ext uri="{FF2B5EF4-FFF2-40B4-BE49-F238E27FC236}">
                <a16:creationId xmlns:a16="http://schemas.microsoft.com/office/drawing/2014/main" id="{3CF1A279-AEB0-4D89-8E85-BC88578499FD}"/>
              </a:ext>
            </a:extLst>
          </p:cNvPr>
          <p:cNvSpPr>
            <a:spLocks xmlns:a="http://schemas.openxmlformats.org/drawingml/2006/main" noGrp="1"/>
          </p:cNvSpPr>
          <p:nvPr/>
        </p:nvSpPr>
        <p:spPr>
          <a:xfrm xmlns:a="http://schemas.openxmlformats.org/drawingml/2006/main">
            <a:off x="1304925" y="3848100"/>
            <a:ext cx="4238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B02BBE5-369D-4938-9E23-65ADFF4D7A4D}"/>
              </a:ext>
            </a:extLst>
          </p:cNvPr>
          <p:cNvSpPr>
            <a:spLocks xmlns:a="http://schemas.openxmlformats.org/drawingml/2006/main" noGrp="1"/>
          </p:cNvSpPr>
          <p:nvPr/>
        </p:nvSpPr>
        <p:spPr>
          <a:xfrm xmlns:a="http://schemas.openxmlformats.org/drawingml/2006/main">
            <a:off x="628650" y="40386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C76338"/>
                </a:solidFill>
                <a:latin typeface="Arial"/>
                <a:ea typeface="Arial"/>
                <a:cs typeface="Arial"/>
              </a:defRPr>
            </a:defPPr>
            <a:lvl1pPr>
              <a:defRPr sz="2100" b="1">
                <a:solidFill>
                  <a:srgbClr val="C76338"/>
                </a:solidFill>
                <a:latin typeface="Arial"/>
                <a:ea typeface="Arial"/>
                <a:cs typeface="Arial"/>
              </a:defRPr>
            </a:lvl1pPr>
            <a:lvl2pPr>
              <a:defRPr sz="2100" b="1">
                <a:solidFill>
                  <a:srgbClr val="C76338"/>
                </a:solidFill>
                <a:latin typeface="Arial"/>
                <a:ea typeface="Arial"/>
                <a:cs typeface="Arial"/>
              </a:defRPr>
            </a:lvl2pPr>
            <a:lvl3pPr>
              <a:defRPr sz="2100" b="1">
                <a:solidFill>
                  <a:srgbClr val="C76338"/>
                </a:solidFill>
                <a:latin typeface="Arial"/>
                <a:ea typeface="Arial"/>
                <a:cs typeface="Arial"/>
              </a:defRPr>
            </a:lvl3pPr>
            <a:lvl4pPr>
              <a:defRPr sz="2100" b="1">
                <a:solidFill>
                  <a:srgbClr val="C76338"/>
                </a:solidFill>
                <a:latin typeface="Arial"/>
                <a:ea typeface="Arial"/>
                <a:cs typeface="Arial"/>
              </a:defRPr>
            </a:lvl4pPr>
            <a:lvl5pPr>
              <a:defRPr sz="2100" b="1">
                <a:solidFill>
                  <a:srgbClr val="C76338"/>
                </a:solidFill>
                <a:latin typeface="Arial"/>
                <a:ea typeface="Arial"/>
                <a:cs typeface="Arial"/>
              </a:defRPr>
            </a:lvl5pPr>
            <a:lvl6pPr>
              <a:defRPr sz="2100" b="1">
                <a:solidFill>
                  <a:srgbClr val="C76338"/>
                </a:solidFill>
                <a:latin typeface="Arial"/>
                <a:ea typeface="Arial"/>
                <a:cs typeface="Arial"/>
              </a:defRPr>
            </a:lvl6pPr>
            <a:lvl7pPr>
              <a:defRPr sz="2100" b="1">
                <a:solidFill>
                  <a:srgbClr val="C76338"/>
                </a:solidFill>
                <a:latin typeface="Arial"/>
                <a:ea typeface="Arial"/>
                <a:cs typeface="Arial"/>
              </a:defRPr>
            </a:lvl7pPr>
            <a:lvl8pPr>
              <a:defRPr sz="2100" b="1">
                <a:solidFill>
                  <a:srgbClr val="C76338"/>
                </a:solidFill>
                <a:latin typeface="Arial"/>
                <a:ea typeface="Arial"/>
                <a:cs typeface="Arial"/>
              </a:defRPr>
            </a:lvl8pPr>
            <a:lvl9pPr>
              <a:defRPr sz="2100" b="1">
                <a:solidFill>
                  <a:srgbClr val="C76338"/>
                </a:solidFill>
                <a:latin typeface="Arial"/>
                <a:ea typeface="Arial"/>
                <a:cs typeface="Arial"/>
              </a:defRPr>
            </a:lvl9pPr>
          </a:lstStyle>
          <a:p xmlns:a="http://schemas.openxmlformats.org/drawingml/2006/main">
            <a:pPr>
              <a:defRPr sz="2100" b="1">
                <a:solidFill>
                  <a:srgbClr val="C76338"/>
                </a:solidFill>
                <a:latin typeface="Arial"/>
                <a:ea typeface="Arial"/>
                <a:cs typeface="Arial"/>
              </a:defRPr>
            </a:pPr>
            <a:r>
              <a:rPr sz="2100" b="1">
                <a:solidFill>
                  <a:srgbClr val="C76338"/>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565FEE02-C52F-4C02-982A-DAA2E9E27099}"/>
              </a:ext>
            </a:extLst>
          </p:cNvPr>
          <p:cNvSpPr>
            <a:spLocks xmlns:a="http://schemas.openxmlformats.org/drawingml/2006/main" noGrp="1"/>
          </p:cNvSpPr>
          <p:nvPr/>
        </p:nvSpPr>
        <p:spPr>
          <a:xfrm xmlns:a="http://schemas.openxmlformats.org/drawingml/2006/main">
            <a:off x="1304925" y="40576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Оқу материалдары</a:t>
            </a:r>
          </a:p>
        </p:txBody>
      </p:sp>
      <p:sp>
        <p:nvSpPr>
          <p:cNvPr id="13" name="">
            <a:extLst xmlns:a="http://schemas.openxmlformats.org/drawingml/2006/main">
              <a:ext uri="{FF2B5EF4-FFF2-40B4-BE49-F238E27FC236}">
                <a16:creationId xmlns:a16="http://schemas.microsoft.com/office/drawing/2014/main" id="{BB70CC2C-D4A2-4800-BA14-A3CD732E359D}"/>
              </a:ext>
            </a:extLst>
          </p:cNvPr>
          <p:cNvSpPr>
            <a:spLocks xmlns:a="http://schemas.openxmlformats.org/drawingml/2006/main" noGrp="1"/>
          </p:cNvSpPr>
          <p:nvPr/>
        </p:nvSpPr>
        <p:spPr>
          <a:xfrm xmlns:a="http://schemas.openxmlformats.org/drawingml/2006/main">
            <a:off x="1304925" y="4543425"/>
            <a:ext cx="4238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D25FCDB-819B-4BE7-8F38-74946AE13909}"/>
              </a:ext>
            </a:extLst>
          </p:cNvPr>
          <p:cNvSpPr>
            <a:spLocks xmlns:a="http://schemas.openxmlformats.org/drawingml/2006/main" noGrp="1"/>
          </p:cNvSpPr>
          <p:nvPr/>
        </p:nvSpPr>
        <p:spPr>
          <a:xfrm xmlns:a="http://schemas.openxmlformats.org/drawingml/2006/main">
            <a:off x="628650" y="4733925"/>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C76338"/>
                </a:solidFill>
                <a:latin typeface="Arial"/>
                <a:ea typeface="Arial"/>
                <a:cs typeface="Arial"/>
              </a:defRPr>
            </a:defPPr>
            <a:lvl1pPr>
              <a:defRPr sz="2100" b="1">
                <a:solidFill>
                  <a:srgbClr val="C76338"/>
                </a:solidFill>
                <a:latin typeface="Arial"/>
                <a:ea typeface="Arial"/>
                <a:cs typeface="Arial"/>
              </a:defRPr>
            </a:lvl1pPr>
            <a:lvl2pPr>
              <a:defRPr sz="2100" b="1">
                <a:solidFill>
                  <a:srgbClr val="C76338"/>
                </a:solidFill>
                <a:latin typeface="Arial"/>
                <a:ea typeface="Arial"/>
                <a:cs typeface="Arial"/>
              </a:defRPr>
            </a:lvl2pPr>
            <a:lvl3pPr>
              <a:defRPr sz="2100" b="1">
                <a:solidFill>
                  <a:srgbClr val="C76338"/>
                </a:solidFill>
                <a:latin typeface="Arial"/>
                <a:ea typeface="Arial"/>
                <a:cs typeface="Arial"/>
              </a:defRPr>
            </a:lvl3pPr>
            <a:lvl4pPr>
              <a:defRPr sz="2100" b="1">
                <a:solidFill>
                  <a:srgbClr val="C76338"/>
                </a:solidFill>
                <a:latin typeface="Arial"/>
                <a:ea typeface="Arial"/>
                <a:cs typeface="Arial"/>
              </a:defRPr>
            </a:lvl4pPr>
            <a:lvl5pPr>
              <a:defRPr sz="2100" b="1">
                <a:solidFill>
                  <a:srgbClr val="C76338"/>
                </a:solidFill>
                <a:latin typeface="Arial"/>
                <a:ea typeface="Arial"/>
                <a:cs typeface="Arial"/>
              </a:defRPr>
            </a:lvl5pPr>
            <a:lvl6pPr>
              <a:defRPr sz="2100" b="1">
                <a:solidFill>
                  <a:srgbClr val="C76338"/>
                </a:solidFill>
                <a:latin typeface="Arial"/>
                <a:ea typeface="Arial"/>
                <a:cs typeface="Arial"/>
              </a:defRPr>
            </a:lvl6pPr>
            <a:lvl7pPr>
              <a:defRPr sz="2100" b="1">
                <a:solidFill>
                  <a:srgbClr val="C76338"/>
                </a:solidFill>
                <a:latin typeface="Arial"/>
                <a:ea typeface="Arial"/>
                <a:cs typeface="Arial"/>
              </a:defRPr>
            </a:lvl7pPr>
            <a:lvl8pPr>
              <a:defRPr sz="2100" b="1">
                <a:solidFill>
                  <a:srgbClr val="C76338"/>
                </a:solidFill>
                <a:latin typeface="Arial"/>
                <a:ea typeface="Arial"/>
                <a:cs typeface="Arial"/>
              </a:defRPr>
            </a:lvl8pPr>
            <a:lvl9pPr>
              <a:defRPr sz="2100" b="1">
                <a:solidFill>
                  <a:srgbClr val="C76338"/>
                </a:solidFill>
                <a:latin typeface="Arial"/>
                <a:ea typeface="Arial"/>
                <a:cs typeface="Arial"/>
              </a:defRPr>
            </a:lvl9pPr>
          </a:lstStyle>
          <a:p xmlns:a="http://schemas.openxmlformats.org/drawingml/2006/main">
            <a:pPr>
              <a:defRPr sz="2100" b="1">
                <a:solidFill>
                  <a:srgbClr val="C76338"/>
                </a:solidFill>
                <a:latin typeface="Arial"/>
                <a:ea typeface="Arial"/>
                <a:cs typeface="Arial"/>
              </a:defRPr>
            </a:pPr>
            <a:r>
              <a:rPr sz="2100" b="1">
                <a:solidFill>
                  <a:srgbClr val="C76338"/>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CC2285CD-2232-40D7-BEB5-C483029C79B6}"/>
              </a:ext>
            </a:extLst>
          </p:cNvPr>
          <p:cNvSpPr>
            <a:spLocks xmlns:a="http://schemas.openxmlformats.org/drawingml/2006/main" noGrp="1"/>
          </p:cNvSpPr>
          <p:nvPr/>
        </p:nvSpPr>
        <p:spPr>
          <a:xfrm xmlns:a="http://schemas.openxmlformats.org/drawingml/2006/main">
            <a:off x="1304925" y="4752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HR сұрақтарына жауаптар</a:t>
            </a:r>
          </a:p>
        </p:txBody>
      </p:sp>
      <p:sp>
        <p:nvSpPr>
          <p:cNvPr id="16" name="">
            <a:extLst xmlns:a="http://schemas.openxmlformats.org/drawingml/2006/main">
              <a:ext uri="{FF2B5EF4-FFF2-40B4-BE49-F238E27FC236}">
                <a16:creationId xmlns:a16="http://schemas.microsoft.com/office/drawing/2014/main" id="{92286DF4-C1EA-497B-9E8B-2FE545347E4A}"/>
              </a:ext>
            </a:extLst>
          </p:cNvPr>
          <p:cNvSpPr>
            <a:spLocks xmlns:a="http://schemas.openxmlformats.org/drawingml/2006/main" noGrp="1"/>
          </p:cNvSpPr>
          <p:nvPr/>
        </p:nvSpPr>
        <p:spPr>
          <a:xfrm xmlns:a="http://schemas.openxmlformats.org/drawingml/2006/main">
            <a:off x="1304925" y="5238750"/>
            <a:ext cx="4238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D0F2FE7-AE1D-44FB-B5C8-798072009258}"/>
              </a:ext>
            </a:extLst>
          </p:cNvPr>
          <p:cNvSpPr>
            <a:spLocks xmlns:a="http://schemas.openxmlformats.org/drawingml/2006/main" noGrp="1"/>
          </p:cNvSpPr>
          <p:nvPr/>
        </p:nvSpPr>
        <p:spPr>
          <a:xfrm xmlns:a="http://schemas.openxmlformats.org/drawingml/2006/main">
            <a:off x="6429375" y="2047875"/>
            <a:ext cx="19050" cy="342900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86AE8BF-266F-4879-99BA-8ED2A7BC55AD}"/>
              </a:ext>
            </a:extLst>
          </p:cNvPr>
          <p:cNvSpPr>
            <a:spLocks xmlns:a="http://schemas.openxmlformats.org/drawingml/2006/main" noGrp="1"/>
          </p:cNvSpPr>
          <p:nvPr/>
        </p:nvSpPr>
        <p:spPr>
          <a:xfrm xmlns:a="http://schemas.openxmlformats.org/drawingml/2006/main">
            <a:off x="7000875" y="23241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03A30"/>
                </a:solidFill>
                <a:latin typeface="Arial"/>
                <a:ea typeface="Arial"/>
                <a:cs typeface="Arial"/>
              </a:defRPr>
            </a:defPPr>
            <a:lvl1pPr>
              <a:defRPr sz="2700" b="1">
                <a:solidFill>
                  <a:srgbClr val="103A30"/>
                </a:solidFill>
                <a:latin typeface="Arial"/>
                <a:ea typeface="Arial"/>
                <a:cs typeface="Arial"/>
              </a:defRPr>
            </a:lvl1pPr>
            <a:lvl2pPr>
              <a:defRPr sz="2700" b="1">
                <a:solidFill>
                  <a:srgbClr val="103A30"/>
                </a:solidFill>
                <a:latin typeface="Arial"/>
                <a:ea typeface="Arial"/>
                <a:cs typeface="Arial"/>
              </a:defRPr>
            </a:lvl2pPr>
            <a:lvl3pPr>
              <a:defRPr sz="2700" b="1">
                <a:solidFill>
                  <a:srgbClr val="103A30"/>
                </a:solidFill>
                <a:latin typeface="Arial"/>
                <a:ea typeface="Arial"/>
                <a:cs typeface="Arial"/>
              </a:defRPr>
            </a:lvl3pPr>
            <a:lvl4pPr>
              <a:defRPr sz="2700" b="1">
                <a:solidFill>
                  <a:srgbClr val="103A30"/>
                </a:solidFill>
                <a:latin typeface="Arial"/>
                <a:ea typeface="Arial"/>
                <a:cs typeface="Arial"/>
              </a:defRPr>
            </a:lvl4pPr>
            <a:lvl5pPr>
              <a:defRPr sz="2700" b="1">
                <a:solidFill>
                  <a:srgbClr val="103A30"/>
                </a:solidFill>
                <a:latin typeface="Arial"/>
                <a:ea typeface="Arial"/>
                <a:cs typeface="Arial"/>
              </a:defRPr>
            </a:lvl5pPr>
            <a:lvl6pPr>
              <a:defRPr sz="2700" b="1">
                <a:solidFill>
                  <a:srgbClr val="103A30"/>
                </a:solidFill>
                <a:latin typeface="Arial"/>
                <a:ea typeface="Arial"/>
                <a:cs typeface="Arial"/>
              </a:defRPr>
            </a:lvl6pPr>
            <a:lvl7pPr>
              <a:defRPr sz="2700" b="1">
                <a:solidFill>
                  <a:srgbClr val="103A30"/>
                </a:solidFill>
                <a:latin typeface="Arial"/>
                <a:ea typeface="Arial"/>
                <a:cs typeface="Arial"/>
              </a:defRPr>
            </a:lvl7pPr>
            <a:lvl8pPr>
              <a:defRPr sz="2700" b="1">
                <a:solidFill>
                  <a:srgbClr val="103A30"/>
                </a:solidFill>
                <a:latin typeface="Arial"/>
                <a:ea typeface="Arial"/>
                <a:cs typeface="Arial"/>
              </a:defRPr>
            </a:lvl8pPr>
            <a:lvl9pPr>
              <a:defRPr sz="2700" b="1">
                <a:solidFill>
                  <a:srgbClr val="103A30"/>
                </a:solidFill>
                <a:latin typeface="Arial"/>
                <a:ea typeface="Arial"/>
                <a:cs typeface="Arial"/>
              </a:defRPr>
            </a:lvl9pPr>
          </a:lstStyle>
          <a:p xmlns:a="http://schemas.openxmlformats.org/drawingml/2006/main">
            <a:pPr>
              <a:defRPr sz="2700" b="1">
                <a:solidFill>
                  <a:srgbClr val="103A30"/>
                </a:solidFill>
                <a:latin typeface="Arial"/>
                <a:ea typeface="Arial"/>
                <a:cs typeface="Arial"/>
              </a:defRPr>
            </a:pPr>
            <a:r>
              <a:rPr sz="2700" b="1">
                <a:solidFill>
                  <a:srgbClr val="103A30"/>
                </a:solidFill>
                <a:latin typeface="Arial"/>
                <a:ea typeface="Arial"/>
                <a:cs typeface="Arial"/>
              </a:rPr>
              <a:t>Бірыңғай кіру нүктесі</a:t>
            </a:r>
          </a:p>
        </p:txBody>
      </p:sp>
      <p:sp>
        <p:nvSpPr>
          <p:cNvPr id="19" name="">
            <a:extLst xmlns:a="http://schemas.openxmlformats.org/drawingml/2006/main">
              <a:ext uri="{FF2B5EF4-FFF2-40B4-BE49-F238E27FC236}">
                <a16:creationId xmlns:a16="http://schemas.microsoft.com/office/drawing/2014/main" id="{9836836C-9681-42EA-8A89-85EB10D3A778}"/>
              </a:ext>
            </a:extLst>
          </p:cNvPr>
          <p:cNvSpPr>
            <a:spLocks xmlns:a="http://schemas.openxmlformats.org/drawingml/2006/main" noGrp="1"/>
          </p:cNvSpPr>
          <p:nvPr/>
        </p:nvSpPr>
        <p:spPr>
          <a:xfrm xmlns:a="http://schemas.openxmlformats.org/drawingml/2006/main">
            <a:off x="6943725" y="3105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207A5B"/>
                </a:solidFill>
                <a:latin typeface="Arial"/>
                <a:ea typeface="Arial"/>
                <a:cs typeface="Arial"/>
              </a:defRPr>
            </a:defPPr>
            <a:lvl1pPr>
              <a:defRPr sz="5700" b="1">
                <a:solidFill>
                  <a:srgbClr val="207A5B"/>
                </a:solidFill>
                <a:latin typeface="Arial"/>
                <a:ea typeface="Arial"/>
                <a:cs typeface="Arial"/>
              </a:defRPr>
            </a:lvl1pPr>
            <a:lvl2pPr>
              <a:defRPr sz="5700" b="1">
                <a:solidFill>
                  <a:srgbClr val="207A5B"/>
                </a:solidFill>
                <a:latin typeface="Arial"/>
                <a:ea typeface="Arial"/>
                <a:cs typeface="Arial"/>
              </a:defRPr>
            </a:lvl2pPr>
            <a:lvl3pPr>
              <a:defRPr sz="5700" b="1">
                <a:solidFill>
                  <a:srgbClr val="207A5B"/>
                </a:solidFill>
                <a:latin typeface="Arial"/>
                <a:ea typeface="Arial"/>
                <a:cs typeface="Arial"/>
              </a:defRPr>
            </a:lvl3pPr>
            <a:lvl4pPr>
              <a:defRPr sz="5700" b="1">
                <a:solidFill>
                  <a:srgbClr val="207A5B"/>
                </a:solidFill>
                <a:latin typeface="Arial"/>
                <a:ea typeface="Arial"/>
                <a:cs typeface="Arial"/>
              </a:defRPr>
            </a:lvl4pPr>
            <a:lvl5pPr>
              <a:defRPr sz="5700" b="1">
                <a:solidFill>
                  <a:srgbClr val="207A5B"/>
                </a:solidFill>
                <a:latin typeface="Arial"/>
                <a:ea typeface="Arial"/>
                <a:cs typeface="Arial"/>
              </a:defRPr>
            </a:lvl5pPr>
            <a:lvl6pPr>
              <a:defRPr sz="5700" b="1">
                <a:solidFill>
                  <a:srgbClr val="207A5B"/>
                </a:solidFill>
                <a:latin typeface="Arial"/>
                <a:ea typeface="Arial"/>
                <a:cs typeface="Arial"/>
              </a:defRPr>
            </a:lvl6pPr>
            <a:lvl7pPr>
              <a:defRPr sz="5700" b="1">
                <a:solidFill>
                  <a:srgbClr val="207A5B"/>
                </a:solidFill>
                <a:latin typeface="Arial"/>
                <a:ea typeface="Arial"/>
                <a:cs typeface="Arial"/>
              </a:defRPr>
            </a:lvl7pPr>
            <a:lvl8pPr>
              <a:defRPr sz="5700" b="1">
                <a:solidFill>
                  <a:srgbClr val="207A5B"/>
                </a:solidFill>
                <a:latin typeface="Arial"/>
                <a:ea typeface="Arial"/>
                <a:cs typeface="Arial"/>
              </a:defRPr>
            </a:lvl8pPr>
            <a:lvl9pPr>
              <a:defRPr sz="5700" b="1">
                <a:solidFill>
                  <a:srgbClr val="207A5B"/>
                </a:solidFill>
                <a:latin typeface="Arial"/>
                <a:ea typeface="Arial"/>
                <a:cs typeface="Arial"/>
              </a:defRPr>
            </a:lvl9pPr>
          </a:lstStyle>
          <a:p xmlns:a="http://schemas.openxmlformats.org/drawingml/2006/main">
            <a:pPr>
              <a:defRPr sz="5700" b="1">
                <a:solidFill>
                  <a:srgbClr val="207A5B"/>
                </a:solidFill>
                <a:latin typeface="Arial"/>
                <a:ea typeface="Arial"/>
                <a:cs typeface="Arial"/>
              </a:defRPr>
            </a:pPr>
            <a:r>
              <a:rPr sz="5700" b="1">
                <a:solidFill>
                  <a:srgbClr val="207A5B"/>
                </a:solidFill>
                <a:latin typeface="Arial"/>
                <a:ea typeface="Arial"/>
                <a:cs typeface="Arial"/>
              </a:rPr>
              <a:t>JanaМен</a:t>
            </a:r>
          </a:p>
        </p:txBody>
      </p:sp>
      <p:sp>
        <p:nvSpPr>
          <p:cNvPr id="20" name="">
            <a:extLst xmlns:a="http://schemas.openxmlformats.org/drawingml/2006/main">
              <a:ext uri="{FF2B5EF4-FFF2-40B4-BE49-F238E27FC236}">
                <a16:creationId xmlns:a16="http://schemas.microsoft.com/office/drawing/2014/main" id="{BF9F2438-002D-49EC-94F4-073A9CA8590D}"/>
              </a:ext>
            </a:extLst>
          </p:cNvPr>
          <p:cNvSpPr>
            <a:spLocks xmlns:a="http://schemas.openxmlformats.org/drawingml/2006/main" noGrp="1"/>
          </p:cNvSpPr>
          <p:nvPr/>
        </p:nvSpPr>
        <p:spPr>
          <a:xfrm xmlns:a="http://schemas.openxmlformats.org/drawingml/2006/main">
            <a:off x="7010400" y="4238625"/>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03A30"/>
                </a:solidFill>
                <a:latin typeface="Arial"/>
                <a:ea typeface="Arial"/>
                <a:cs typeface="Arial"/>
              </a:defRPr>
            </a:defPPr>
            <a:lvl1pPr>
              <a:defRPr sz="2100" b="0">
                <a:solidFill>
                  <a:srgbClr val="103A30"/>
                </a:solidFill>
                <a:latin typeface="Arial"/>
                <a:ea typeface="Arial"/>
                <a:cs typeface="Arial"/>
              </a:defRPr>
            </a:lvl1pPr>
            <a:lvl2pPr>
              <a:defRPr sz="2100" b="0">
                <a:solidFill>
                  <a:srgbClr val="103A30"/>
                </a:solidFill>
                <a:latin typeface="Arial"/>
                <a:ea typeface="Arial"/>
                <a:cs typeface="Arial"/>
              </a:defRPr>
            </a:lvl2pPr>
            <a:lvl3pPr>
              <a:defRPr sz="2100" b="0">
                <a:solidFill>
                  <a:srgbClr val="103A30"/>
                </a:solidFill>
                <a:latin typeface="Arial"/>
                <a:ea typeface="Arial"/>
                <a:cs typeface="Arial"/>
              </a:defRPr>
            </a:lvl3pPr>
            <a:lvl4pPr>
              <a:defRPr sz="2100" b="0">
                <a:solidFill>
                  <a:srgbClr val="103A30"/>
                </a:solidFill>
                <a:latin typeface="Arial"/>
                <a:ea typeface="Arial"/>
                <a:cs typeface="Arial"/>
              </a:defRPr>
            </a:lvl4pPr>
            <a:lvl5pPr>
              <a:defRPr sz="2100" b="0">
                <a:solidFill>
                  <a:srgbClr val="103A30"/>
                </a:solidFill>
                <a:latin typeface="Arial"/>
                <a:ea typeface="Arial"/>
                <a:cs typeface="Arial"/>
              </a:defRPr>
            </a:lvl5pPr>
            <a:lvl6pPr>
              <a:defRPr sz="2100" b="0">
                <a:solidFill>
                  <a:srgbClr val="103A30"/>
                </a:solidFill>
                <a:latin typeface="Arial"/>
                <a:ea typeface="Arial"/>
                <a:cs typeface="Arial"/>
              </a:defRPr>
            </a:lvl6pPr>
            <a:lvl7pPr>
              <a:defRPr sz="2100" b="0">
                <a:solidFill>
                  <a:srgbClr val="103A30"/>
                </a:solidFill>
                <a:latin typeface="Arial"/>
                <a:ea typeface="Arial"/>
                <a:cs typeface="Arial"/>
              </a:defRPr>
            </a:lvl7pPr>
            <a:lvl8pPr>
              <a:defRPr sz="2100" b="0">
                <a:solidFill>
                  <a:srgbClr val="103A30"/>
                </a:solidFill>
                <a:latin typeface="Arial"/>
                <a:ea typeface="Arial"/>
                <a:cs typeface="Arial"/>
              </a:defRPr>
            </a:lvl8pPr>
            <a:lvl9pPr>
              <a:defRPr sz="2100" b="0">
                <a:solidFill>
                  <a:srgbClr val="103A30"/>
                </a:solidFill>
                <a:latin typeface="Arial"/>
                <a:ea typeface="Arial"/>
                <a:cs typeface="Arial"/>
              </a:defRPr>
            </a:lvl9pPr>
          </a:lstStyle>
          <a:p xmlns:a="http://schemas.openxmlformats.org/drawingml/2006/main">
            <a:pPr>
              <a:defRPr sz="2100" b="0">
                <a:solidFill>
                  <a:srgbClr val="103A30"/>
                </a:solidFill>
                <a:latin typeface="Arial"/>
                <a:ea typeface="Arial"/>
                <a:cs typeface="Arial"/>
              </a:defRPr>
            </a:pPr>
            <a:r>
              <a:rPr sz="2100" b="0">
                <a:solidFill>
                  <a:srgbClr val="103A30"/>
                </a:solidFill>
                <a:latin typeface="Arial"/>
                <a:ea typeface="Arial"/>
                <a:cs typeface="Arial"/>
              </a:rPr>
              <a:t>Дерек. Әрекет. Нәтиже.</a:t>
            </a:r>
          </a:p>
        </p:txBody>
      </p:sp>
      <p:sp>
        <p:nvSpPr>
          <p:cNvPr id="21" name="">
            <a:extLst xmlns:a="http://schemas.openxmlformats.org/drawingml/2006/main">
              <a:ext uri="{FF2B5EF4-FFF2-40B4-BE49-F238E27FC236}">
                <a16:creationId xmlns:a16="http://schemas.microsoft.com/office/drawing/2014/main" id="{CEC09F02-C741-4487-9771-523903DA88A0}"/>
              </a:ext>
            </a:extLst>
          </p:cNvPr>
          <p:cNvSpPr>
            <a:spLocks xmlns:a="http://schemas.openxmlformats.org/drawingml/2006/main" noGrp="1"/>
          </p:cNvSpPr>
          <p:nvPr/>
        </p:nvSpPr>
        <p:spPr>
          <a:xfrm xmlns:a="http://schemas.openxmlformats.org/drawingml/2006/main">
            <a:off x="7010400" y="5248275"/>
            <a:ext cx="4324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Қызметкер, басшы және HR арасындағы қолмен үйлестіру азаяды.</a:t>
            </a:r>
          </a:p>
        </p:txBody>
      </p:sp>
    </p:spTree>
    <p:extLst>
      <p:ext uri="{BB962C8B-B14F-4D97-AF65-F5344CB8AC3E}">
        <p14:creationId xmlns:p14="http://schemas.microsoft.com/office/powerpoint/2010/main" val="646643763"/>
      </p:ext>
    </p:extLst>
  </p:cSld>
</p:sld>
</file>

<file path=ppt/slides/slide3.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ECA450-A379-4561-A1A3-336A0B8FA4A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532D079-59AB-4EAA-9BD7-49E5D67D3B67}"/>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Үш рөл. Бір жұмыс үдерісі.</a:t>
            </a:r>
          </a:p>
        </p:txBody>
      </p:sp>
      <p:sp>
        <p:nvSpPr>
          <p:cNvPr id="4" name="">
            <a:extLst xmlns:a="http://schemas.openxmlformats.org/drawingml/2006/main">
              <a:ext uri="{FF2B5EF4-FFF2-40B4-BE49-F238E27FC236}">
                <a16:creationId xmlns:a16="http://schemas.microsoft.com/office/drawing/2014/main" id="{F432027C-0DCD-4B9C-ACB9-C9A1DB0DAFF7}"/>
              </a:ext>
            </a:extLst>
          </p:cNvPr>
          <p:cNvSpPr>
            <a:spLocks xmlns:a="http://schemas.openxmlformats.org/drawingml/2006/main" noGrp="1"/>
          </p:cNvSpPr>
          <p:nvPr/>
        </p:nvSpPr>
        <p:spPr>
          <a:xfrm xmlns:a="http://schemas.openxmlformats.org/drawingml/2006/main">
            <a:off x="609600" y="1885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207A5B"/>
                </a:solidFill>
                <a:latin typeface="Arial"/>
                <a:ea typeface="Arial"/>
                <a:cs typeface="Arial"/>
              </a:defRPr>
            </a:defPPr>
            <a:lvl1pPr>
              <a:defRPr sz="3000" b="1">
                <a:solidFill>
                  <a:srgbClr val="207A5B"/>
                </a:solidFill>
                <a:latin typeface="Arial"/>
                <a:ea typeface="Arial"/>
                <a:cs typeface="Arial"/>
              </a:defRPr>
            </a:lvl1pPr>
            <a:lvl2pPr>
              <a:defRPr sz="3000" b="1">
                <a:solidFill>
                  <a:srgbClr val="207A5B"/>
                </a:solidFill>
                <a:latin typeface="Arial"/>
                <a:ea typeface="Arial"/>
                <a:cs typeface="Arial"/>
              </a:defRPr>
            </a:lvl2pPr>
            <a:lvl3pPr>
              <a:defRPr sz="3000" b="1">
                <a:solidFill>
                  <a:srgbClr val="207A5B"/>
                </a:solidFill>
                <a:latin typeface="Arial"/>
                <a:ea typeface="Arial"/>
                <a:cs typeface="Arial"/>
              </a:defRPr>
            </a:lvl3pPr>
            <a:lvl4pPr>
              <a:defRPr sz="3000" b="1">
                <a:solidFill>
                  <a:srgbClr val="207A5B"/>
                </a:solidFill>
                <a:latin typeface="Arial"/>
                <a:ea typeface="Arial"/>
                <a:cs typeface="Arial"/>
              </a:defRPr>
            </a:lvl4pPr>
            <a:lvl5pPr>
              <a:defRPr sz="3000" b="1">
                <a:solidFill>
                  <a:srgbClr val="207A5B"/>
                </a:solidFill>
                <a:latin typeface="Arial"/>
                <a:ea typeface="Arial"/>
                <a:cs typeface="Arial"/>
              </a:defRPr>
            </a:lvl5pPr>
            <a:lvl6pPr>
              <a:defRPr sz="3000" b="1">
                <a:solidFill>
                  <a:srgbClr val="207A5B"/>
                </a:solidFill>
                <a:latin typeface="Arial"/>
                <a:ea typeface="Arial"/>
                <a:cs typeface="Arial"/>
              </a:defRPr>
            </a:lvl6pPr>
            <a:lvl7pPr>
              <a:defRPr sz="3000" b="1">
                <a:solidFill>
                  <a:srgbClr val="207A5B"/>
                </a:solidFill>
                <a:latin typeface="Arial"/>
                <a:ea typeface="Arial"/>
                <a:cs typeface="Arial"/>
              </a:defRPr>
            </a:lvl7pPr>
            <a:lvl8pPr>
              <a:defRPr sz="3000" b="1">
                <a:solidFill>
                  <a:srgbClr val="207A5B"/>
                </a:solidFill>
                <a:latin typeface="Arial"/>
                <a:ea typeface="Arial"/>
                <a:cs typeface="Arial"/>
              </a:defRPr>
            </a:lvl8pPr>
            <a:lvl9pPr>
              <a:defRPr sz="3000" b="1">
                <a:solidFill>
                  <a:srgbClr val="207A5B"/>
                </a:solidFill>
                <a:latin typeface="Arial"/>
                <a:ea typeface="Arial"/>
                <a:cs typeface="Arial"/>
              </a:defRPr>
            </a:lvl9pPr>
          </a:lstStyle>
          <a:p xmlns:a="http://schemas.openxmlformats.org/drawingml/2006/main">
            <a:pPr>
              <a:defRPr sz="3000" b="1">
                <a:solidFill>
                  <a:srgbClr val="207A5B"/>
                </a:solidFill>
                <a:latin typeface="Arial"/>
                <a:ea typeface="Arial"/>
                <a:cs typeface="Arial"/>
              </a:defRPr>
            </a:pPr>
            <a:r>
              <a:rPr sz="3000" b="1">
                <a:solidFill>
                  <a:srgbClr val="207A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387DF7B-A1A9-4AAE-9A56-DB5D10EF59D9}"/>
              </a:ext>
            </a:extLst>
          </p:cNvPr>
          <p:cNvSpPr>
            <a:spLocks xmlns:a="http://schemas.openxmlformats.org/drawingml/2006/main" noGrp="1"/>
          </p:cNvSpPr>
          <p:nvPr/>
        </p:nvSpPr>
        <p:spPr>
          <a:xfrm xmlns:a="http://schemas.openxmlformats.org/drawingml/2006/main">
            <a:off x="609600" y="24955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03A30"/>
                </a:solidFill>
                <a:latin typeface="Arial"/>
                <a:ea typeface="Arial"/>
                <a:cs typeface="Arial"/>
              </a:defRPr>
            </a:defPPr>
            <a:lvl1pPr>
              <a:defRPr sz="2400" b="1">
                <a:solidFill>
                  <a:srgbClr val="103A30"/>
                </a:solidFill>
                <a:latin typeface="Arial"/>
                <a:ea typeface="Arial"/>
                <a:cs typeface="Arial"/>
              </a:defRPr>
            </a:lvl1pPr>
            <a:lvl2pPr>
              <a:defRPr sz="2400" b="1">
                <a:solidFill>
                  <a:srgbClr val="103A30"/>
                </a:solidFill>
                <a:latin typeface="Arial"/>
                <a:ea typeface="Arial"/>
                <a:cs typeface="Arial"/>
              </a:defRPr>
            </a:lvl2pPr>
            <a:lvl3pPr>
              <a:defRPr sz="2400" b="1">
                <a:solidFill>
                  <a:srgbClr val="103A30"/>
                </a:solidFill>
                <a:latin typeface="Arial"/>
                <a:ea typeface="Arial"/>
                <a:cs typeface="Arial"/>
              </a:defRPr>
            </a:lvl3pPr>
            <a:lvl4pPr>
              <a:defRPr sz="2400" b="1">
                <a:solidFill>
                  <a:srgbClr val="103A30"/>
                </a:solidFill>
                <a:latin typeface="Arial"/>
                <a:ea typeface="Arial"/>
                <a:cs typeface="Arial"/>
              </a:defRPr>
            </a:lvl4pPr>
            <a:lvl5pPr>
              <a:defRPr sz="2400" b="1">
                <a:solidFill>
                  <a:srgbClr val="103A30"/>
                </a:solidFill>
                <a:latin typeface="Arial"/>
                <a:ea typeface="Arial"/>
                <a:cs typeface="Arial"/>
              </a:defRPr>
            </a:lvl5pPr>
            <a:lvl6pPr>
              <a:defRPr sz="2400" b="1">
                <a:solidFill>
                  <a:srgbClr val="103A30"/>
                </a:solidFill>
                <a:latin typeface="Arial"/>
                <a:ea typeface="Arial"/>
                <a:cs typeface="Arial"/>
              </a:defRPr>
            </a:lvl6pPr>
            <a:lvl7pPr>
              <a:defRPr sz="2400" b="1">
                <a:solidFill>
                  <a:srgbClr val="103A30"/>
                </a:solidFill>
                <a:latin typeface="Arial"/>
                <a:ea typeface="Arial"/>
                <a:cs typeface="Arial"/>
              </a:defRPr>
            </a:lvl7pPr>
            <a:lvl8pPr>
              <a:defRPr sz="2400" b="1">
                <a:solidFill>
                  <a:srgbClr val="103A30"/>
                </a:solidFill>
                <a:latin typeface="Arial"/>
                <a:ea typeface="Arial"/>
                <a:cs typeface="Arial"/>
              </a:defRPr>
            </a:lvl8pPr>
            <a:lvl9pPr>
              <a:defRPr sz="2400" b="1">
                <a:solidFill>
                  <a:srgbClr val="103A30"/>
                </a:solidFill>
                <a:latin typeface="Arial"/>
                <a:ea typeface="Arial"/>
                <a:cs typeface="Arial"/>
              </a:defRPr>
            </a:lvl9pPr>
          </a:lstStyle>
          <a:p xmlns:a="http://schemas.openxmlformats.org/drawingml/2006/main">
            <a:pPr>
              <a:defRPr sz="2400" b="1">
                <a:solidFill>
                  <a:srgbClr val="103A30"/>
                </a:solidFill>
                <a:latin typeface="Arial"/>
                <a:ea typeface="Arial"/>
                <a:cs typeface="Arial"/>
              </a:defRPr>
            </a:pPr>
            <a:r>
              <a:rPr sz="2400" b="1">
                <a:solidFill>
                  <a:srgbClr val="103A30"/>
                </a:solidFill>
                <a:latin typeface="Arial"/>
                <a:ea typeface="Arial"/>
                <a:cs typeface="Arial"/>
              </a:rPr>
              <a:t>Қызметкер</a:t>
            </a:r>
          </a:p>
        </p:txBody>
      </p:sp>
      <p:sp>
        <p:nvSpPr>
          <p:cNvPr id="6" name="">
            <a:extLst xmlns:a="http://schemas.openxmlformats.org/drawingml/2006/main">
              <a:ext uri="{FF2B5EF4-FFF2-40B4-BE49-F238E27FC236}">
                <a16:creationId xmlns:a16="http://schemas.microsoft.com/office/drawing/2014/main" id="{5B60EB7B-F3A5-42C1-A878-E69822D42E38}"/>
              </a:ext>
            </a:extLst>
          </p:cNvPr>
          <p:cNvSpPr>
            <a:spLocks xmlns:a="http://schemas.openxmlformats.org/drawingml/2006/main" noGrp="1"/>
          </p:cNvSpPr>
          <p:nvPr/>
        </p:nvSpPr>
        <p:spPr>
          <a:xfrm xmlns:a="http://schemas.openxmlformats.org/drawingml/2006/main">
            <a:off x="609600" y="3133725"/>
            <a:ext cx="323850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D02BD2B-E47E-4448-97E1-E08556305557}"/>
              </a:ext>
            </a:extLst>
          </p:cNvPr>
          <p:cNvSpPr>
            <a:spLocks xmlns:a="http://schemas.openxmlformats.org/drawingml/2006/main" noGrp="1"/>
          </p:cNvSpPr>
          <p:nvPr/>
        </p:nvSpPr>
        <p:spPr>
          <a:xfrm xmlns:a="http://schemas.openxmlformats.org/drawingml/2006/main">
            <a:off x="609600" y="3333750"/>
            <a:ext cx="3295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03A30"/>
                </a:solidFill>
                <a:latin typeface="Arial"/>
                <a:ea typeface="Arial"/>
                <a:cs typeface="Arial"/>
              </a:defRPr>
            </a:defPPr>
            <a:lvl1pPr>
              <a:defRPr sz="1800" b="1">
                <a:solidFill>
                  <a:srgbClr val="103A30"/>
                </a:solidFill>
                <a:latin typeface="Arial"/>
                <a:ea typeface="Arial"/>
                <a:cs typeface="Arial"/>
              </a:defRPr>
            </a:lvl1pPr>
            <a:lvl2pPr>
              <a:defRPr sz="1800" b="1">
                <a:solidFill>
                  <a:srgbClr val="103A30"/>
                </a:solidFill>
                <a:latin typeface="Arial"/>
                <a:ea typeface="Arial"/>
                <a:cs typeface="Arial"/>
              </a:defRPr>
            </a:lvl2pPr>
            <a:lvl3pPr>
              <a:defRPr sz="1800" b="1">
                <a:solidFill>
                  <a:srgbClr val="103A30"/>
                </a:solidFill>
                <a:latin typeface="Arial"/>
                <a:ea typeface="Arial"/>
                <a:cs typeface="Arial"/>
              </a:defRPr>
            </a:lvl3pPr>
            <a:lvl4pPr>
              <a:defRPr sz="1800" b="1">
                <a:solidFill>
                  <a:srgbClr val="103A30"/>
                </a:solidFill>
                <a:latin typeface="Arial"/>
                <a:ea typeface="Arial"/>
                <a:cs typeface="Arial"/>
              </a:defRPr>
            </a:lvl4pPr>
            <a:lvl5pPr>
              <a:defRPr sz="1800" b="1">
                <a:solidFill>
                  <a:srgbClr val="103A30"/>
                </a:solidFill>
                <a:latin typeface="Arial"/>
                <a:ea typeface="Arial"/>
                <a:cs typeface="Arial"/>
              </a:defRPr>
            </a:lvl5pPr>
            <a:lvl6pPr>
              <a:defRPr sz="1800" b="1">
                <a:solidFill>
                  <a:srgbClr val="103A30"/>
                </a:solidFill>
                <a:latin typeface="Arial"/>
                <a:ea typeface="Arial"/>
                <a:cs typeface="Arial"/>
              </a:defRPr>
            </a:lvl6pPr>
            <a:lvl7pPr>
              <a:defRPr sz="1800" b="1">
                <a:solidFill>
                  <a:srgbClr val="103A30"/>
                </a:solidFill>
                <a:latin typeface="Arial"/>
                <a:ea typeface="Arial"/>
                <a:cs typeface="Arial"/>
              </a:defRPr>
            </a:lvl7pPr>
            <a:lvl8pPr>
              <a:defRPr sz="1800" b="1">
                <a:solidFill>
                  <a:srgbClr val="103A30"/>
                </a:solidFill>
                <a:latin typeface="Arial"/>
                <a:ea typeface="Arial"/>
                <a:cs typeface="Arial"/>
              </a:defRPr>
            </a:lvl8pPr>
            <a:lvl9pPr>
              <a:defRPr sz="1800" b="1">
                <a:solidFill>
                  <a:srgbClr val="103A30"/>
                </a:solidFill>
                <a:latin typeface="Arial"/>
                <a:ea typeface="Arial"/>
                <a:cs typeface="Arial"/>
              </a:defRPr>
            </a:lvl9pPr>
          </a:lstStyle>
          <a:p xmlns:a="http://schemas.openxmlformats.org/drawingml/2006/main">
            <a:pPr>
              <a:defRPr sz="1800" b="1">
                <a:solidFill>
                  <a:srgbClr val="103A30"/>
                </a:solidFill>
                <a:latin typeface="Arial"/>
                <a:ea typeface="Arial"/>
                <a:cs typeface="Arial"/>
              </a:defRPr>
            </a:pPr>
            <a:r>
              <a:rPr sz="1800" b="1">
                <a:solidFill>
                  <a:srgbClr val="103A30"/>
                </a:solidFill>
                <a:latin typeface="Arial"/>
                <a:ea typeface="Arial"/>
                <a:cs typeface="Arial"/>
              </a:rPr>
              <a:t>Өз деректері мен әрекеттері</a:t>
            </a:r>
          </a:p>
        </p:txBody>
      </p:sp>
      <p:sp>
        <p:nvSpPr>
          <p:cNvPr id="8" name="">
            <a:extLst xmlns:a="http://schemas.openxmlformats.org/drawingml/2006/main">
              <a:ext uri="{FF2B5EF4-FFF2-40B4-BE49-F238E27FC236}">
                <a16:creationId xmlns:a16="http://schemas.microsoft.com/office/drawing/2014/main" id="{86D4FC0A-B9AA-4923-8829-A897C845886B}"/>
              </a:ext>
            </a:extLst>
          </p:cNvPr>
          <p:cNvSpPr>
            <a:spLocks xmlns:a="http://schemas.openxmlformats.org/drawingml/2006/main" noGrp="1"/>
          </p:cNvSpPr>
          <p:nvPr/>
        </p:nvSpPr>
        <p:spPr>
          <a:xfrm xmlns:a="http://schemas.openxmlformats.org/drawingml/2006/main">
            <a:off x="609600" y="4105275"/>
            <a:ext cx="3295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63776F"/>
                </a:solidFill>
                <a:latin typeface="Arial"/>
                <a:ea typeface="Arial"/>
                <a:cs typeface="Arial"/>
              </a:defRPr>
            </a:defPPr>
            <a:lvl1pPr>
              <a:defRPr sz="1800" b="0">
                <a:solidFill>
                  <a:srgbClr val="63776F"/>
                </a:solidFill>
                <a:latin typeface="Arial"/>
                <a:ea typeface="Arial"/>
                <a:cs typeface="Arial"/>
              </a:defRPr>
            </a:lvl1pPr>
            <a:lvl2pPr>
              <a:defRPr sz="1800" b="0">
                <a:solidFill>
                  <a:srgbClr val="63776F"/>
                </a:solidFill>
                <a:latin typeface="Arial"/>
                <a:ea typeface="Arial"/>
                <a:cs typeface="Arial"/>
              </a:defRPr>
            </a:lvl2pPr>
            <a:lvl3pPr>
              <a:defRPr sz="1800" b="0">
                <a:solidFill>
                  <a:srgbClr val="63776F"/>
                </a:solidFill>
                <a:latin typeface="Arial"/>
                <a:ea typeface="Arial"/>
                <a:cs typeface="Arial"/>
              </a:defRPr>
            </a:lvl3pPr>
            <a:lvl4pPr>
              <a:defRPr sz="1800" b="0">
                <a:solidFill>
                  <a:srgbClr val="63776F"/>
                </a:solidFill>
                <a:latin typeface="Arial"/>
                <a:ea typeface="Arial"/>
                <a:cs typeface="Arial"/>
              </a:defRPr>
            </a:lvl4pPr>
            <a:lvl5pPr>
              <a:defRPr sz="1800" b="0">
                <a:solidFill>
                  <a:srgbClr val="63776F"/>
                </a:solidFill>
                <a:latin typeface="Arial"/>
                <a:ea typeface="Arial"/>
                <a:cs typeface="Arial"/>
              </a:defRPr>
            </a:lvl5pPr>
            <a:lvl6pPr>
              <a:defRPr sz="1800" b="0">
                <a:solidFill>
                  <a:srgbClr val="63776F"/>
                </a:solidFill>
                <a:latin typeface="Arial"/>
                <a:ea typeface="Arial"/>
                <a:cs typeface="Arial"/>
              </a:defRPr>
            </a:lvl6pPr>
            <a:lvl7pPr>
              <a:defRPr sz="1800" b="0">
                <a:solidFill>
                  <a:srgbClr val="63776F"/>
                </a:solidFill>
                <a:latin typeface="Arial"/>
                <a:ea typeface="Arial"/>
                <a:cs typeface="Arial"/>
              </a:defRPr>
            </a:lvl7pPr>
            <a:lvl8pPr>
              <a:defRPr sz="1800" b="0">
                <a:solidFill>
                  <a:srgbClr val="63776F"/>
                </a:solidFill>
                <a:latin typeface="Arial"/>
                <a:ea typeface="Arial"/>
                <a:cs typeface="Arial"/>
              </a:defRPr>
            </a:lvl8pPr>
            <a:lvl9pPr>
              <a:defRPr sz="1800" b="0">
                <a:solidFill>
                  <a:srgbClr val="63776F"/>
                </a:solidFill>
                <a:latin typeface="Arial"/>
                <a:ea typeface="Arial"/>
                <a:cs typeface="Arial"/>
              </a:defRPr>
            </a:lvl9pPr>
          </a:lstStyle>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Профиль, демалыс, оқу,</a:t>
            </a:r>
          </a:p>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хабарламалар және AI Jana.</a:t>
            </a:r>
          </a:p>
        </p:txBody>
      </p:sp>
      <p:sp>
        <p:nvSpPr>
          <p:cNvPr id="9" name="">
            <a:extLst xmlns:a="http://schemas.openxmlformats.org/drawingml/2006/main">
              <a:ext uri="{FF2B5EF4-FFF2-40B4-BE49-F238E27FC236}">
                <a16:creationId xmlns:a16="http://schemas.microsoft.com/office/drawing/2014/main" id="{0CC985C1-091D-4D07-A825-0F22317CAEA5}"/>
              </a:ext>
            </a:extLst>
          </p:cNvPr>
          <p:cNvSpPr>
            <a:spLocks xmlns:a="http://schemas.openxmlformats.org/drawingml/2006/main" noGrp="1"/>
          </p:cNvSpPr>
          <p:nvPr/>
        </p:nvSpPr>
        <p:spPr>
          <a:xfrm xmlns:a="http://schemas.openxmlformats.org/drawingml/2006/main">
            <a:off x="4467225" y="1885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207A5B"/>
                </a:solidFill>
                <a:latin typeface="Arial"/>
                <a:ea typeface="Arial"/>
                <a:cs typeface="Arial"/>
              </a:defRPr>
            </a:defPPr>
            <a:lvl1pPr>
              <a:defRPr sz="3000" b="1">
                <a:solidFill>
                  <a:srgbClr val="207A5B"/>
                </a:solidFill>
                <a:latin typeface="Arial"/>
                <a:ea typeface="Arial"/>
                <a:cs typeface="Arial"/>
              </a:defRPr>
            </a:lvl1pPr>
            <a:lvl2pPr>
              <a:defRPr sz="3000" b="1">
                <a:solidFill>
                  <a:srgbClr val="207A5B"/>
                </a:solidFill>
                <a:latin typeface="Arial"/>
                <a:ea typeface="Arial"/>
                <a:cs typeface="Arial"/>
              </a:defRPr>
            </a:lvl2pPr>
            <a:lvl3pPr>
              <a:defRPr sz="3000" b="1">
                <a:solidFill>
                  <a:srgbClr val="207A5B"/>
                </a:solidFill>
                <a:latin typeface="Arial"/>
                <a:ea typeface="Arial"/>
                <a:cs typeface="Arial"/>
              </a:defRPr>
            </a:lvl3pPr>
            <a:lvl4pPr>
              <a:defRPr sz="3000" b="1">
                <a:solidFill>
                  <a:srgbClr val="207A5B"/>
                </a:solidFill>
                <a:latin typeface="Arial"/>
                <a:ea typeface="Arial"/>
                <a:cs typeface="Arial"/>
              </a:defRPr>
            </a:lvl4pPr>
            <a:lvl5pPr>
              <a:defRPr sz="3000" b="1">
                <a:solidFill>
                  <a:srgbClr val="207A5B"/>
                </a:solidFill>
                <a:latin typeface="Arial"/>
                <a:ea typeface="Arial"/>
                <a:cs typeface="Arial"/>
              </a:defRPr>
            </a:lvl5pPr>
            <a:lvl6pPr>
              <a:defRPr sz="3000" b="1">
                <a:solidFill>
                  <a:srgbClr val="207A5B"/>
                </a:solidFill>
                <a:latin typeface="Arial"/>
                <a:ea typeface="Arial"/>
                <a:cs typeface="Arial"/>
              </a:defRPr>
            </a:lvl6pPr>
            <a:lvl7pPr>
              <a:defRPr sz="3000" b="1">
                <a:solidFill>
                  <a:srgbClr val="207A5B"/>
                </a:solidFill>
                <a:latin typeface="Arial"/>
                <a:ea typeface="Arial"/>
                <a:cs typeface="Arial"/>
              </a:defRPr>
            </a:lvl7pPr>
            <a:lvl8pPr>
              <a:defRPr sz="3000" b="1">
                <a:solidFill>
                  <a:srgbClr val="207A5B"/>
                </a:solidFill>
                <a:latin typeface="Arial"/>
                <a:ea typeface="Arial"/>
                <a:cs typeface="Arial"/>
              </a:defRPr>
            </a:lvl8pPr>
            <a:lvl9pPr>
              <a:defRPr sz="3000" b="1">
                <a:solidFill>
                  <a:srgbClr val="207A5B"/>
                </a:solidFill>
                <a:latin typeface="Arial"/>
                <a:ea typeface="Arial"/>
                <a:cs typeface="Arial"/>
              </a:defRPr>
            </a:lvl9pPr>
          </a:lstStyle>
          <a:p xmlns:a="http://schemas.openxmlformats.org/drawingml/2006/main">
            <a:pPr>
              <a:defRPr sz="3000" b="1">
                <a:solidFill>
                  <a:srgbClr val="207A5B"/>
                </a:solidFill>
                <a:latin typeface="Arial"/>
                <a:ea typeface="Arial"/>
                <a:cs typeface="Arial"/>
              </a:defRPr>
            </a:pPr>
            <a:r>
              <a:rPr sz="3000" b="1">
                <a:solidFill>
                  <a:srgbClr val="207A5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3BD268A-720E-4EDA-981F-31F226DE19B1}"/>
              </a:ext>
            </a:extLst>
          </p:cNvPr>
          <p:cNvSpPr>
            <a:spLocks xmlns:a="http://schemas.openxmlformats.org/drawingml/2006/main" noGrp="1"/>
          </p:cNvSpPr>
          <p:nvPr/>
        </p:nvSpPr>
        <p:spPr>
          <a:xfrm xmlns:a="http://schemas.openxmlformats.org/drawingml/2006/main">
            <a:off x="4467225" y="24955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03A30"/>
                </a:solidFill>
                <a:latin typeface="Arial"/>
                <a:ea typeface="Arial"/>
                <a:cs typeface="Arial"/>
              </a:defRPr>
            </a:defPPr>
            <a:lvl1pPr>
              <a:defRPr sz="2400" b="1">
                <a:solidFill>
                  <a:srgbClr val="103A30"/>
                </a:solidFill>
                <a:latin typeface="Arial"/>
                <a:ea typeface="Arial"/>
                <a:cs typeface="Arial"/>
              </a:defRPr>
            </a:lvl1pPr>
            <a:lvl2pPr>
              <a:defRPr sz="2400" b="1">
                <a:solidFill>
                  <a:srgbClr val="103A30"/>
                </a:solidFill>
                <a:latin typeface="Arial"/>
                <a:ea typeface="Arial"/>
                <a:cs typeface="Arial"/>
              </a:defRPr>
            </a:lvl2pPr>
            <a:lvl3pPr>
              <a:defRPr sz="2400" b="1">
                <a:solidFill>
                  <a:srgbClr val="103A30"/>
                </a:solidFill>
                <a:latin typeface="Arial"/>
                <a:ea typeface="Arial"/>
                <a:cs typeface="Arial"/>
              </a:defRPr>
            </a:lvl3pPr>
            <a:lvl4pPr>
              <a:defRPr sz="2400" b="1">
                <a:solidFill>
                  <a:srgbClr val="103A30"/>
                </a:solidFill>
                <a:latin typeface="Arial"/>
                <a:ea typeface="Arial"/>
                <a:cs typeface="Arial"/>
              </a:defRPr>
            </a:lvl4pPr>
            <a:lvl5pPr>
              <a:defRPr sz="2400" b="1">
                <a:solidFill>
                  <a:srgbClr val="103A30"/>
                </a:solidFill>
                <a:latin typeface="Arial"/>
                <a:ea typeface="Arial"/>
                <a:cs typeface="Arial"/>
              </a:defRPr>
            </a:lvl5pPr>
            <a:lvl6pPr>
              <a:defRPr sz="2400" b="1">
                <a:solidFill>
                  <a:srgbClr val="103A30"/>
                </a:solidFill>
                <a:latin typeface="Arial"/>
                <a:ea typeface="Arial"/>
                <a:cs typeface="Arial"/>
              </a:defRPr>
            </a:lvl6pPr>
            <a:lvl7pPr>
              <a:defRPr sz="2400" b="1">
                <a:solidFill>
                  <a:srgbClr val="103A30"/>
                </a:solidFill>
                <a:latin typeface="Arial"/>
                <a:ea typeface="Arial"/>
                <a:cs typeface="Arial"/>
              </a:defRPr>
            </a:lvl7pPr>
            <a:lvl8pPr>
              <a:defRPr sz="2400" b="1">
                <a:solidFill>
                  <a:srgbClr val="103A30"/>
                </a:solidFill>
                <a:latin typeface="Arial"/>
                <a:ea typeface="Arial"/>
                <a:cs typeface="Arial"/>
              </a:defRPr>
            </a:lvl8pPr>
            <a:lvl9pPr>
              <a:defRPr sz="2400" b="1">
                <a:solidFill>
                  <a:srgbClr val="103A30"/>
                </a:solidFill>
                <a:latin typeface="Arial"/>
                <a:ea typeface="Arial"/>
                <a:cs typeface="Arial"/>
              </a:defRPr>
            </a:lvl9pPr>
          </a:lstStyle>
          <a:p xmlns:a="http://schemas.openxmlformats.org/drawingml/2006/main">
            <a:pPr>
              <a:defRPr sz="2400" b="1">
                <a:solidFill>
                  <a:srgbClr val="103A30"/>
                </a:solidFill>
                <a:latin typeface="Arial"/>
                <a:ea typeface="Arial"/>
                <a:cs typeface="Arial"/>
              </a:defRPr>
            </a:pPr>
            <a:r>
              <a:rPr sz="2400" b="1">
                <a:solidFill>
                  <a:srgbClr val="103A30"/>
                </a:solidFill>
                <a:latin typeface="Arial"/>
                <a:ea typeface="Arial"/>
                <a:cs typeface="Arial"/>
              </a:rPr>
              <a:t>Басшы</a:t>
            </a:r>
          </a:p>
        </p:txBody>
      </p:sp>
      <p:sp>
        <p:nvSpPr>
          <p:cNvPr id="11" name="">
            <a:extLst xmlns:a="http://schemas.openxmlformats.org/drawingml/2006/main">
              <a:ext uri="{FF2B5EF4-FFF2-40B4-BE49-F238E27FC236}">
                <a16:creationId xmlns:a16="http://schemas.microsoft.com/office/drawing/2014/main" id="{3510D57E-67B3-4CA3-860D-9D27BAC326AB}"/>
              </a:ext>
            </a:extLst>
          </p:cNvPr>
          <p:cNvSpPr>
            <a:spLocks xmlns:a="http://schemas.openxmlformats.org/drawingml/2006/main" noGrp="1"/>
          </p:cNvSpPr>
          <p:nvPr/>
        </p:nvSpPr>
        <p:spPr>
          <a:xfrm xmlns:a="http://schemas.openxmlformats.org/drawingml/2006/main">
            <a:off x="4467225" y="3133725"/>
            <a:ext cx="323850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D51E48-0129-4456-BAD8-846D3AFF717A}"/>
              </a:ext>
            </a:extLst>
          </p:cNvPr>
          <p:cNvSpPr>
            <a:spLocks xmlns:a="http://schemas.openxmlformats.org/drawingml/2006/main" noGrp="1"/>
          </p:cNvSpPr>
          <p:nvPr/>
        </p:nvSpPr>
        <p:spPr>
          <a:xfrm xmlns:a="http://schemas.openxmlformats.org/drawingml/2006/main">
            <a:off x="4467225" y="3333750"/>
            <a:ext cx="3295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03A30"/>
                </a:solidFill>
                <a:latin typeface="Arial"/>
                <a:ea typeface="Arial"/>
                <a:cs typeface="Arial"/>
              </a:defRPr>
            </a:defPPr>
            <a:lvl1pPr>
              <a:defRPr sz="1800" b="1">
                <a:solidFill>
                  <a:srgbClr val="103A30"/>
                </a:solidFill>
                <a:latin typeface="Arial"/>
                <a:ea typeface="Arial"/>
                <a:cs typeface="Arial"/>
              </a:defRPr>
            </a:lvl1pPr>
            <a:lvl2pPr>
              <a:defRPr sz="1800" b="1">
                <a:solidFill>
                  <a:srgbClr val="103A30"/>
                </a:solidFill>
                <a:latin typeface="Arial"/>
                <a:ea typeface="Arial"/>
                <a:cs typeface="Arial"/>
              </a:defRPr>
            </a:lvl2pPr>
            <a:lvl3pPr>
              <a:defRPr sz="1800" b="1">
                <a:solidFill>
                  <a:srgbClr val="103A30"/>
                </a:solidFill>
                <a:latin typeface="Arial"/>
                <a:ea typeface="Arial"/>
                <a:cs typeface="Arial"/>
              </a:defRPr>
            </a:lvl3pPr>
            <a:lvl4pPr>
              <a:defRPr sz="1800" b="1">
                <a:solidFill>
                  <a:srgbClr val="103A30"/>
                </a:solidFill>
                <a:latin typeface="Arial"/>
                <a:ea typeface="Arial"/>
                <a:cs typeface="Arial"/>
              </a:defRPr>
            </a:lvl4pPr>
            <a:lvl5pPr>
              <a:defRPr sz="1800" b="1">
                <a:solidFill>
                  <a:srgbClr val="103A30"/>
                </a:solidFill>
                <a:latin typeface="Arial"/>
                <a:ea typeface="Arial"/>
                <a:cs typeface="Arial"/>
              </a:defRPr>
            </a:lvl5pPr>
            <a:lvl6pPr>
              <a:defRPr sz="1800" b="1">
                <a:solidFill>
                  <a:srgbClr val="103A30"/>
                </a:solidFill>
                <a:latin typeface="Arial"/>
                <a:ea typeface="Arial"/>
                <a:cs typeface="Arial"/>
              </a:defRPr>
            </a:lvl6pPr>
            <a:lvl7pPr>
              <a:defRPr sz="1800" b="1">
                <a:solidFill>
                  <a:srgbClr val="103A30"/>
                </a:solidFill>
                <a:latin typeface="Arial"/>
                <a:ea typeface="Arial"/>
                <a:cs typeface="Arial"/>
              </a:defRPr>
            </a:lvl7pPr>
            <a:lvl8pPr>
              <a:defRPr sz="1800" b="1">
                <a:solidFill>
                  <a:srgbClr val="103A30"/>
                </a:solidFill>
                <a:latin typeface="Arial"/>
                <a:ea typeface="Arial"/>
                <a:cs typeface="Arial"/>
              </a:defRPr>
            </a:lvl8pPr>
            <a:lvl9pPr>
              <a:defRPr sz="1800" b="1">
                <a:solidFill>
                  <a:srgbClr val="103A30"/>
                </a:solidFill>
                <a:latin typeface="Arial"/>
                <a:ea typeface="Arial"/>
                <a:cs typeface="Arial"/>
              </a:defRPr>
            </a:lvl9pPr>
          </a:lstStyle>
          <a:p xmlns:a="http://schemas.openxmlformats.org/drawingml/2006/main">
            <a:pPr>
              <a:defRPr sz="1800" b="1">
                <a:solidFill>
                  <a:srgbClr val="103A30"/>
                </a:solidFill>
                <a:latin typeface="Arial"/>
                <a:ea typeface="Arial"/>
                <a:cs typeface="Arial"/>
              </a:defRPr>
            </a:pPr>
            <a:r>
              <a:rPr sz="1800" b="1">
                <a:solidFill>
                  <a:srgbClr val="103A30"/>
                </a:solidFill>
                <a:latin typeface="Arial"/>
                <a:ea typeface="Arial"/>
                <a:cs typeface="Arial"/>
              </a:rPr>
              <a:t>Өзіне бекітілген команда</a:t>
            </a:r>
          </a:p>
        </p:txBody>
      </p:sp>
      <p:sp>
        <p:nvSpPr>
          <p:cNvPr id="13" name="">
            <a:extLst xmlns:a="http://schemas.openxmlformats.org/drawingml/2006/main">
              <a:ext uri="{FF2B5EF4-FFF2-40B4-BE49-F238E27FC236}">
                <a16:creationId xmlns:a16="http://schemas.microsoft.com/office/drawing/2014/main" id="{4CE62F17-50E1-438A-A6EA-43BB95943573}"/>
              </a:ext>
            </a:extLst>
          </p:cNvPr>
          <p:cNvSpPr>
            <a:spLocks xmlns:a="http://schemas.openxmlformats.org/drawingml/2006/main" noGrp="1"/>
          </p:cNvSpPr>
          <p:nvPr/>
        </p:nvSpPr>
        <p:spPr>
          <a:xfrm xmlns:a="http://schemas.openxmlformats.org/drawingml/2006/main">
            <a:off x="4467225" y="4105275"/>
            <a:ext cx="3295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63776F"/>
                </a:solidFill>
                <a:latin typeface="Arial"/>
                <a:ea typeface="Arial"/>
                <a:cs typeface="Arial"/>
              </a:defRPr>
            </a:defPPr>
            <a:lvl1pPr>
              <a:defRPr sz="1800" b="0">
                <a:solidFill>
                  <a:srgbClr val="63776F"/>
                </a:solidFill>
                <a:latin typeface="Arial"/>
                <a:ea typeface="Arial"/>
                <a:cs typeface="Arial"/>
              </a:defRPr>
            </a:lvl1pPr>
            <a:lvl2pPr>
              <a:defRPr sz="1800" b="0">
                <a:solidFill>
                  <a:srgbClr val="63776F"/>
                </a:solidFill>
                <a:latin typeface="Arial"/>
                <a:ea typeface="Arial"/>
                <a:cs typeface="Arial"/>
              </a:defRPr>
            </a:lvl2pPr>
            <a:lvl3pPr>
              <a:defRPr sz="1800" b="0">
                <a:solidFill>
                  <a:srgbClr val="63776F"/>
                </a:solidFill>
                <a:latin typeface="Arial"/>
                <a:ea typeface="Arial"/>
                <a:cs typeface="Arial"/>
              </a:defRPr>
            </a:lvl3pPr>
            <a:lvl4pPr>
              <a:defRPr sz="1800" b="0">
                <a:solidFill>
                  <a:srgbClr val="63776F"/>
                </a:solidFill>
                <a:latin typeface="Arial"/>
                <a:ea typeface="Arial"/>
                <a:cs typeface="Arial"/>
              </a:defRPr>
            </a:lvl4pPr>
            <a:lvl5pPr>
              <a:defRPr sz="1800" b="0">
                <a:solidFill>
                  <a:srgbClr val="63776F"/>
                </a:solidFill>
                <a:latin typeface="Arial"/>
                <a:ea typeface="Arial"/>
                <a:cs typeface="Arial"/>
              </a:defRPr>
            </a:lvl5pPr>
            <a:lvl6pPr>
              <a:defRPr sz="1800" b="0">
                <a:solidFill>
                  <a:srgbClr val="63776F"/>
                </a:solidFill>
                <a:latin typeface="Arial"/>
                <a:ea typeface="Arial"/>
                <a:cs typeface="Arial"/>
              </a:defRPr>
            </a:lvl6pPr>
            <a:lvl7pPr>
              <a:defRPr sz="1800" b="0">
                <a:solidFill>
                  <a:srgbClr val="63776F"/>
                </a:solidFill>
                <a:latin typeface="Arial"/>
                <a:ea typeface="Arial"/>
                <a:cs typeface="Arial"/>
              </a:defRPr>
            </a:lvl7pPr>
            <a:lvl8pPr>
              <a:defRPr sz="1800" b="0">
                <a:solidFill>
                  <a:srgbClr val="63776F"/>
                </a:solidFill>
                <a:latin typeface="Arial"/>
                <a:ea typeface="Arial"/>
                <a:cs typeface="Arial"/>
              </a:defRPr>
            </a:lvl8pPr>
            <a:lvl9pPr>
              <a:defRPr sz="1800" b="0">
                <a:solidFill>
                  <a:srgbClr val="63776F"/>
                </a:solidFill>
                <a:latin typeface="Arial"/>
                <a:ea typeface="Arial"/>
                <a:cs typeface="Arial"/>
              </a:defRPr>
            </a:lvl9pPr>
          </a:lstStyle>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Демалыс бойынша шешім</a:t>
            </a:r>
          </a:p>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және қызметкерге түсініктеме.</a:t>
            </a:r>
          </a:p>
        </p:txBody>
      </p:sp>
      <p:sp>
        <p:nvSpPr>
          <p:cNvPr id="14" name="">
            <a:extLst xmlns:a="http://schemas.openxmlformats.org/drawingml/2006/main">
              <a:ext uri="{FF2B5EF4-FFF2-40B4-BE49-F238E27FC236}">
                <a16:creationId xmlns:a16="http://schemas.microsoft.com/office/drawing/2014/main" id="{5FF9F2E2-BCF9-41F8-AF7C-7E8C4069DFAB}"/>
              </a:ext>
            </a:extLst>
          </p:cNvPr>
          <p:cNvSpPr>
            <a:spLocks xmlns:a="http://schemas.openxmlformats.org/drawingml/2006/main" noGrp="1"/>
          </p:cNvSpPr>
          <p:nvPr/>
        </p:nvSpPr>
        <p:spPr>
          <a:xfrm xmlns:a="http://schemas.openxmlformats.org/drawingml/2006/main">
            <a:off x="8324850" y="1885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207A5B"/>
                </a:solidFill>
                <a:latin typeface="Arial"/>
                <a:ea typeface="Arial"/>
                <a:cs typeface="Arial"/>
              </a:defRPr>
            </a:defPPr>
            <a:lvl1pPr>
              <a:defRPr sz="3000" b="1">
                <a:solidFill>
                  <a:srgbClr val="207A5B"/>
                </a:solidFill>
                <a:latin typeface="Arial"/>
                <a:ea typeface="Arial"/>
                <a:cs typeface="Arial"/>
              </a:defRPr>
            </a:lvl1pPr>
            <a:lvl2pPr>
              <a:defRPr sz="3000" b="1">
                <a:solidFill>
                  <a:srgbClr val="207A5B"/>
                </a:solidFill>
                <a:latin typeface="Arial"/>
                <a:ea typeface="Arial"/>
                <a:cs typeface="Arial"/>
              </a:defRPr>
            </a:lvl2pPr>
            <a:lvl3pPr>
              <a:defRPr sz="3000" b="1">
                <a:solidFill>
                  <a:srgbClr val="207A5B"/>
                </a:solidFill>
                <a:latin typeface="Arial"/>
                <a:ea typeface="Arial"/>
                <a:cs typeface="Arial"/>
              </a:defRPr>
            </a:lvl3pPr>
            <a:lvl4pPr>
              <a:defRPr sz="3000" b="1">
                <a:solidFill>
                  <a:srgbClr val="207A5B"/>
                </a:solidFill>
                <a:latin typeface="Arial"/>
                <a:ea typeface="Arial"/>
                <a:cs typeface="Arial"/>
              </a:defRPr>
            </a:lvl4pPr>
            <a:lvl5pPr>
              <a:defRPr sz="3000" b="1">
                <a:solidFill>
                  <a:srgbClr val="207A5B"/>
                </a:solidFill>
                <a:latin typeface="Arial"/>
                <a:ea typeface="Arial"/>
                <a:cs typeface="Arial"/>
              </a:defRPr>
            </a:lvl5pPr>
            <a:lvl6pPr>
              <a:defRPr sz="3000" b="1">
                <a:solidFill>
                  <a:srgbClr val="207A5B"/>
                </a:solidFill>
                <a:latin typeface="Arial"/>
                <a:ea typeface="Arial"/>
                <a:cs typeface="Arial"/>
              </a:defRPr>
            </a:lvl6pPr>
            <a:lvl7pPr>
              <a:defRPr sz="3000" b="1">
                <a:solidFill>
                  <a:srgbClr val="207A5B"/>
                </a:solidFill>
                <a:latin typeface="Arial"/>
                <a:ea typeface="Arial"/>
                <a:cs typeface="Arial"/>
              </a:defRPr>
            </a:lvl7pPr>
            <a:lvl8pPr>
              <a:defRPr sz="3000" b="1">
                <a:solidFill>
                  <a:srgbClr val="207A5B"/>
                </a:solidFill>
                <a:latin typeface="Arial"/>
                <a:ea typeface="Arial"/>
                <a:cs typeface="Arial"/>
              </a:defRPr>
            </a:lvl8pPr>
            <a:lvl9pPr>
              <a:defRPr sz="3000" b="1">
                <a:solidFill>
                  <a:srgbClr val="207A5B"/>
                </a:solidFill>
                <a:latin typeface="Arial"/>
                <a:ea typeface="Arial"/>
                <a:cs typeface="Arial"/>
              </a:defRPr>
            </a:lvl9pPr>
          </a:lstStyle>
          <a:p xmlns:a="http://schemas.openxmlformats.org/drawingml/2006/main">
            <a:pPr>
              <a:defRPr sz="3000" b="1">
                <a:solidFill>
                  <a:srgbClr val="207A5B"/>
                </a:solidFill>
                <a:latin typeface="Arial"/>
                <a:ea typeface="Arial"/>
                <a:cs typeface="Arial"/>
              </a:defRPr>
            </a:pPr>
            <a:r>
              <a:rPr sz="3000" b="1">
                <a:solidFill>
                  <a:srgbClr val="207A5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33E4F00A-1AD4-4A56-ABD1-5F72CDCD49C5}"/>
              </a:ext>
            </a:extLst>
          </p:cNvPr>
          <p:cNvSpPr>
            <a:spLocks xmlns:a="http://schemas.openxmlformats.org/drawingml/2006/main" noGrp="1"/>
          </p:cNvSpPr>
          <p:nvPr/>
        </p:nvSpPr>
        <p:spPr>
          <a:xfrm xmlns:a="http://schemas.openxmlformats.org/drawingml/2006/main">
            <a:off x="8324850" y="24955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03A30"/>
                </a:solidFill>
                <a:latin typeface="Arial"/>
                <a:ea typeface="Arial"/>
                <a:cs typeface="Arial"/>
              </a:defRPr>
            </a:defPPr>
            <a:lvl1pPr>
              <a:defRPr sz="2400" b="1">
                <a:solidFill>
                  <a:srgbClr val="103A30"/>
                </a:solidFill>
                <a:latin typeface="Arial"/>
                <a:ea typeface="Arial"/>
                <a:cs typeface="Arial"/>
              </a:defRPr>
            </a:lvl1pPr>
            <a:lvl2pPr>
              <a:defRPr sz="2400" b="1">
                <a:solidFill>
                  <a:srgbClr val="103A30"/>
                </a:solidFill>
                <a:latin typeface="Arial"/>
                <a:ea typeface="Arial"/>
                <a:cs typeface="Arial"/>
              </a:defRPr>
            </a:lvl2pPr>
            <a:lvl3pPr>
              <a:defRPr sz="2400" b="1">
                <a:solidFill>
                  <a:srgbClr val="103A30"/>
                </a:solidFill>
                <a:latin typeface="Arial"/>
                <a:ea typeface="Arial"/>
                <a:cs typeface="Arial"/>
              </a:defRPr>
            </a:lvl3pPr>
            <a:lvl4pPr>
              <a:defRPr sz="2400" b="1">
                <a:solidFill>
                  <a:srgbClr val="103A30"/>
                </a:solidFill>
                <a:latin typeface="Arial"/>
                <a:ea typeface="Arial"/>
                <a:cs typeface="Arial"/>
              </a:defRPr>
            </a:lvl4pPr>
            <a:lvl5pPr>
              <a:defRPr sz="2400" b="1">
                <a:solidFill>
                  <a:srgbClr val="103A30"/>
                </a:solidFill>
                <a:latin typeface="Arial"/>
                <a:ea typeface="Arial"/>
                <a:cs typeface="Arial"/>
              </a:defRPr>
            </a:lvl5pPr>
            <a:lvl6pPr>
              <a:defRPr sz="2400" b="1">
                <a:solidFill>
                  <a:srgbClr val="103A30"/>
                </a:solidFill>
                <a:latin typeface="Arial"/>
                <a:ea typeface="Arial"/>
                <a:cs typeface="Arial"/>
              </a:defRPr>
            </a:lvl6pPr>
            <a:lvl7pPr>
              <a:defRPr sz="2400" b="1">
                <a:solidFill>
                  <a:srgbClr val="103A30"/>
                </a:solidFill>
                <a:latin typeface="Arial"/>
                <a:ea typeface="Arial"/>
                <a:cs typeface="Arial"/>
              </a:defRPr>
            </a:lvl7pPr>
            <a:lvl8pPr>
              <a:defRPr sz="2400" b="1">
                <a:solidFill>
                  <a:srgbClr val="103A30"/>
                </a:solidFill>
                <a:latin typeface="Arial"/>
                <a:ea typeface="Arial"/>
                <a:cs typeface="Arial"/>
              </a:defRPr>
            </a:lvl8pPr>
            <a:lvl9pPr>
              <a:defRPr sz="2400" b="1">
                <a:solidFill>
                  <a:srgbClr val="103A30"/>
                </a:solidFill>
                <a:latin typeface="Arial"/>
                <a:ea typeface="Arial"/>
                <a:cs typeface="Arial"/>
              </a:defRPr>
            </a:lvl9pPr>
          </a:lstStyle>
          <a:p xmlns:a="http://schemas.openxmlformats.org/drawingml/2006/main">
            <a:pPr>
              <a:defRPr sz="2400" b="1">
                <a:solidFill>
                  <a:srgbClr val="103A30"/>
                </a:solidFill>
                <a:latin typeface="Arial"/>
                <a:ea typeface="Arial"/>
                <a:cs typeface="Arial"/>
              </a:defRPr>
            </a:pPr>
            <a:r>
              <a:rPr sz="2400" b="1">
                <a:solidFill>
                  <a:srgbClr val="103A30"/>
                </a:solidFill>
                <a:latin typeface="Arial"/>
                <a:ea typeface="Arial"/>
                <a:cs typeface="Arial"/>
              </a:rPr>
              <a:t>HR</a:t>
            </a:r>
          </a:p>
        </p:txBody>
      </p:sp>
      <p:sp>
        <p:nvSpPr>
          <p:cNvPr id="16" name="">
            <a:extLst xmlns:a="http://schemas.openxmlformats.org/drawingml/2006/main">
              <a:ext uri="{FF2B5EF4-FFF2-40B4-BE49-F238E27FC236}">
                <a16:creationId xmlns:a16="http://schemas.microsoft.com/office/drawing/2014/main" id="{29C459E9-A1AB-44EF-B307-783E26E659C3}"/>
              </a:ext>
            </a:extLst>
          </p:cNvPr>
          <p:cNvSpPr>
            <a:spLocks xmlns:a="http://schemas.openxmlformats.org/drawingml/2006/main" noGrp="1"/>
          </p:cNvSpPr>
          <p:nvPr/>
        </p:nvSpPr>
        <p:spPr>
          <a:xfrm xmlns:a="http://schemas.openxmlformats.org/drawingml/2006/main">
            <a:off x="8324850" y="3133725"/>
            <a:ext cx="323850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2D82FD9-4F38-4AD4-AB77-7553A23B2339}"/>
              </a:ext>
            </a:extLst>
          </p:cNvPr>
          <p:cNvSpPr>
            <a:spLocks xmlns:a="http://schemas.openxmlformats.org/drawingml/2006/main" noGrp="1"/>
          </p:cNvSpPr>
          <p:nvPr/>
        </p:nvSpPr>
        <p:spPr>
          <a:xfrm xmlns:a="http://schemas.openxmlformats.org/drawingml/2006/main">
            <a:off x="8324850" y="3333750"/>
            <a:ext cx="3295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03A30"/>
                </a:solidFill>
                <a:latin typeface="Arial"/>
                <a:ea typeface="Arial"/>
                <a:cs typeface="Arial"/>
              </a:defRPr>
            </a:defPPr>
            <a:lvl1pPr>
              <a:defRPr sz="1800" b="1">
                <a:solidFill>
                  <a:srgbClr val="103A30"/>
                </a:solidFill>
                <a:latin typeface="Arial"/>
                <a:ea typeface="Arial"/>
                <a:cs typeface="Arial"/>
              </a:defRPr>
            </a:lvl1pPr>
            <a:lvl2pPr>
              <a:defRPr sz="1800" b="1">
                <a:solidFill>
                  <a:srgbClr val="103A30"/>
                </a:solidFill>
                <a:latin typeface="Arial"/>
                <a:ea typeface="Arial"/>
                <a:cs typeface="Arial"/>
              </a:defRPr>
            </a:lvl2pPr>
            <a:lvl3pPr>
              <a:defRPr sz="1800" b="1">
                <a:solidFill>
                  <a:srgbClr val="103A30"/>
                </a:solidFill>
                <a:latin typeface="Arial"/>
                <a:ea typeface="Arial"/>
                <a:cs typeface="Arial"/>
              </a:defRPr>
            </a:lvl3pPr>
            <a:lvl4pPr>
              <a:defRPr sz="1800" b="1">
                <a:solidFill>
                  <a:srgbClr val="103A30"/>
                </a:solidFill>
                <a:latin typeface="Arial"/>
                <a:ea typeface="Arial"/>
                <a:cs typeface="Arial"/>
              </a:defRPr>
            </a:lvl4pPr>
            <a:lvl5pPr>
              <a:defRPr sz="1800" b="1">
                <a:solidFill>
                  <a:srgbClr val="103A30"/>
                </a:solidFill>
                <a:latin typeface="Arial"/>
                <a:ea typeface="Arial"/>
                <a:cs typeface="Arial"/>
              </a:defRPr>
            </a:lvl5pPr>
            <a:lvl6pPr>
              <a:defRPr sz="1800" b="1">
                <a:solidFill>
                  <a:srgbClr val="103A30"/>
                </a:solidFill>
                <a:latin typeface="Arial"/>
                <a:ea typeface="Arial"/>
                <a:cs typeface="Arial"/>
              </a:defRPr>
            </a:lvl6pPr>
            <a:lvl7pPr>
              <a:defRPr sz="1800" b="1">
                <a:solidFill>
                  <a:srgbClr val="103A30"/>
                </a:solidFill>
                <a:latin typeface="Arial"/>
                <a:ea typeface="Arial"/>
                <a:cs typeface="Arial"/>
              </a:defRPr>
            </a:lvl7pPr>
            <a:lvl8pPr>
              <a:defRPr sz="1800" b="1">
                <a:solidFill>
                  <a:srgbClr val="103A30"/>
                </a:solidFill>
                <a:latin typeface="Arial"/>
                <a:ea typeface="Arial"/>
                <a:cs typeface="Arial"/>
              </a:defRPr>
            </a:lvl8pPr>
            <a:lvl9pPr>
              <a:defRPr sz="1800" b="1">
                <a:solidFill>
                  <a:srgbClr val="103A30"/>
                </a:solidFill>
                <a:latin typeface="Arial"/>
                <a:ea typeface="Arial"/>
                <a:cs typeface="Arial"/>
              </a:defRPr>
            </a:lvl9pPr>
          </a:lstStyle>
          <a:p xmlns:a="http://schemas.openxmlformats.org/drawingml/2006/main">
            <a:pPr>
              <a:defRPr sz="1800" b="1">
                <a:solidFill>
                  <a:srgbClr val="103A30"/>
                </a:solidFill>
                <a:latin typeface="Arial"/>
                <a:ea typeface="Arial"/>
                <a:cs typeface="Arial"/>
              </a:defRPr>
            </a:pPr>
            <a:r>
              <a:rPr sz="1800" b="1">
                <a:solidFill>
                  <a:srgbClr val="103A30"/>
                </a:solidFill>
                <a:latin typeface="Arial"/>
                <a:ea typeface="Arial"/>
                <a:cs typeface="Arial"/>
              </a:rPr>
              <a:t>Өз компаниясына шолу</a:t>
            </a:r>
          </a:p>
        </p:txBody>
      </p:sp>
      <p:sp>
        <p:nvSpPr>
          <p:cNvPr id="18" name="">
            <a:extLst xmlns:a="http://schemas.openxmlformats.org/drawingml/2006/main">
              <a:ext uri="{FF2B5EF4-FFF2-40B4-BE49-F238E27FC236}">
                <a16:creationId xmlns:a16="http://schemas.microsoft.com/office/drawing/2014/main" id="{517283EF-B462-4D65-9A86-E9E8E280D532}"/>
              </a:ext>
            </a:extLst>
          </p:cNvPr>
          <p:cNvSpPr>
            <a:spLocks xmlns:a="http://schemas.openxmlformats.org/drawingml/2006/main" noGrp="1"/>
          </p:cNvSpPr>
          <p:nvPr/>
        </p:nvSpPr>
        <p:spPr>
          <a:xfrm xmlns:a="http://schemas.openxmlformats.org/drawingml/2006/main">
            <a:off x="8324850" y="4105275"/>
            <a:ext cx="3295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63776F"/>
                </a:solidFill>
                <a:latin typeface="Arial"/>
                <a:ea typeface="Arial"/>
                <a:cs typeface="Arial"/>
              </a:defRPr>
            </a:defPPr>
            <a:lvl1pPr>
              <a:defRPr sz="1800" b="0">
                <a:solidFill>
                  <a:srgbClr val="63776F"/>
                </a:solidFill>
                <a:latin typeface="Arial"/>
                <a:ea typeface="Arial"/>
                <a:cs typeface="Arial"/>
              </a:defRPr>
            </a:lvl1pPr>
            <a:lvl2pPr>
              <a:defRPr sz="1800" b="0">
                <a:solidFill>
                  <a:srgbClr val="63776F"/>
                </a:solidFill>
                <a:latin typeface="Arial"/>
                <a:ea typeface="Arial"/>
                <a:cs typeface="Arial"/>
              </a:defRPr>
            </a:lvl2pPr>
            <a:lvl3pPr>
              <a:defRPr sz="1800" b="0">
                <a:solidFill>
                  <a:srgbClr val="63776F"/>
                </a:solidFill>
                <a:latin typeface="Arial"/>
                <a:ea typeface="Arial"/>
                <a:cs typeface="Arial"/>
              </a:defRPr>
            </a:lvl3pPr>
            <a:lvl4pPr>
              <a:defRPr sz="1800" b="0">
                <a:solidFill>
                  <a:srgbClr val="63776F"/>
                </a:solidFill>
                <a:latin typeface="Arial"/>
                <a:ea typeface="Arial"/>
                <a:cs typeface="Arial"/>
              </a:defRPr>
            </a:lvl4pPr>
            <a:lvl5pPr>
              <a:defRPr sz="1800" b="0">
                <a:solidFill>
                  <a:srgbClr val="63776F"/>
                </a:solidFill>
                <a:latin typeface="Arial"/>
                <a:ea typeface="Arial"/>
                <a:cs typeface="Arial"/>
              </a:defRPr>
            </a:lvl5pPr>
            <a:lvl6pPr>
              <a:defRPr sz="1800" b="0">
                <a:solidFill>
                  <a:srgbClr val="63776F"/>
                </a:solidFill>
                <a:latin typeface="Arial"/>
                <a:ea typeface="Arial"/>
                <a:cs typeface="Arial"/>
              </a:defRPr>
            </a:lvl6pPr>
            <a:lvl7pPr>
              <a:defRPr sz="1800" b="0">
                <a:solidFill>
                  <a:srgbClr val="63776F"/>
                </a:solidFill>
                <a:latin typeface="Arial"/>
                <a:ea typeface="Arial"/>
                <a:cs typeface="Arial"/>
              </a:defRPr>
            </a:lvl7pPr>
            <a:lvl8pPr>
              <a:defRPr sz="1800" b="0">
                <a:solidFill>
                  <a:srgbClr val="63776F"/>
                </a:solidFill>
                <a:latin typeface="Arial"/>
                <a:ea typeface="Arial"/>
                <a:cs typeface="Arial"/>
              </a:defRPr>
            </a:lvl8pPr>
            <a:lvl9pPr>
              <a:defRPr sz="1800" b="0">
                <a:solidFill>
                  <a:srgbClr val="63776F"/>
                </a:solidFill>
                <a:latin typeface="Arial"/>
                <a:ea typeface="Arial"/>
                <a:cs typeface="Arial"/>
              </a:defRPr>
            </a:lvl9pPr>
          </a:lstStyle>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Қызметкерлерді іздеу,</a:t>
            </a:r>
          </a:p>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өтінімдер мен тарих.</a:t>
            </a:r>
          </a:p>
        </p:txBody>
      </p:sp>
      <p:sp>
        <p:nvSpPr>
          <p:cNvPr id="19" name="">
            <a:extLst xmlns:a="http://schemas.openxmlformats.org/drawingml/2006/main">
              <a:ext uri="{FF2B5EF4-FFF2-40B4-BE49-F238E27FC236}">
                <a16:creationId xmlns:a16="http://schemas.microsoft.com/office/drawing/2014/main" id="{E3497BD4-743F-44ED-9E39-7B0FF9B106DF}"/>
              </a:ext>
            </a:extLst>
          </p:cNvPr>
          <p:cNvSpPr>
            <a:spLocks xmlns:a="http://schemas.openxmlformats.org/drawingml/2006/main" noGrp="1"/>
          </p:cNvSpPr>
          <p:nvPr/>
        </p:nvSpPr>
        <p:spPr>
          <a:xfrm xmlns:a="http://schemas.openxmlformats.org/drawingml/2006/main">
            <a:off x="609600" y="5457825"/>
            <a:ext cx="10972800" cy="857250"/>
          </a:xfrm>
          <a:prstGeom xmlns:a="http://schemas.openxmlformats.org/drawingml/2006/main" prst="rect">
            <a:avLst/>
          </a:prstGeom>
          <a:solidFill xmlns:a="http://schemas.openxmlformats.org/drawingml/2006/main">
            <a:srgbClr val="103A3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F5B15AF-B624-4A6B-A651-8CB4F02868FE}"/>
              </a:ext>
            </a:extLst>
          </p:cNvPr>
          <p:cNvSpPr>
            <a:spLocks xmlns:a="http://schemas.openxmlformats.org/drawingml/2006/main" noGrp="1"/>
          </p:cNvSpPr>
          <p:nvPr/>
        </p:nvSpPr>
        <p:spPr>
          <a:xfrm xmlns:a="http://schemas.openxmlformats.org/drawingml/2006/main">
            <a:off x="838200" y="56959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D5F579"/>
                </a:solidFill>
                <a:latin typeface="Arial"/>
                <a:ea typeface="Arial"/>
                <a:cs typeface="Arial"/>
              </a:defRPr>
            </a:defPPr>
            <a:lvl1pPr>
              <a:defRPr sz="2100" b="1">
                <a:solidFill>
                  <a:srgbClr val="D5F579"/>
                </a:solidFill>
                <a:latin typeface="Arial"/>
                <a:ea typeface="Arial"/>
                <a:cs typeface="Arial"/>
              </a:defRPr>
            </a:lvl1pPr>
            <a:lvl2pPr>
              <a:defRPr sz="2100" b="1">
                <a:solidFill>
                  <a:srgbClr val="D5F579"/>
                </a:solidFill>
                <a:latin typeface="Arial"/>
                <a:ea typeface="Arial"/>
                <a:cs typeface="Arial"/>
              </a:defRPr>
            </a:lvl2pPr>
            <a:lvl3pPr>
              <a:defRPr sz="2100" b="1">
                <a:solidFill>
                  <a:srgbClr val="D5F579"/>
                </a:solidFill>
                <a:latin typeface="Arial"/>
                <a:ea typeface="Arial"/>
                <a:cs typeface="Arial"/>
              </a:defRPr>
            </a:lvl3pPr>
            <a:lvl4pPr>
              <a:defRPr sz="2100" b="1">
                <a:solidFill>
                  <a:srgbClr val="D5F579"/>
                </a:solidFill>
                <a:latin typeface="Arial"/>
                <a:ea typeface="Arial"/>
                <a:cs typeface="Arial"/>
              </a:defRPr>
            </a:lvl4pPr>
            <a:lvl5pPr>
              <a:defRPr sz="2100" b="1">
                <a:solidFill>
                  <a:srgbClr val="D5F579"/>
                </a:solidFill>
                <a:latin typeface="Arial"/>
                <a:ea typeface="Arial"/>
                <a:cs typeface="Arial"/>
              </a:defRPr>
            </a:lvl5pPr>
            <a:lvl6pPr>
              <a:defRPr sz="2100" b="1">
                <a:solidFill>
                  <a:srgbClr val="D5F579"/>
                </a:solidFill>
                <a:latin typeface="Arial"/>
                <a:ea typeface="Arial"/>
                <a:cs typeface="Arial"/>
              </a:defRPr>
            </a:lvl6pPr>
            <a:lvl7pPr>
              <a:defRPr sz="2100" b="1">
                <a:solidFill>
                  <a:srgbClr val="D5F579"/>
                </a:solidFill>
                <a:latin typeface="Arial"/>
                <a:ea typeface="Arial"/>
                <a:cs typeface="Arial"/>
              </a:defRPr>
            </a:lvl7pPr>
            <a:lvl8pPr>
              <a:defRPr sz="2100" b="1">
                <a:solidFill>
                  <a:srgbClr val="D5F579"/>
                </a:solidFill>
                <a:latin typeface="Arial"/>
                <a:ea typeface="Arial"/>
                <a:cs typeface="Arial"/>
              </a:defRPr>
            </a:lvl8pPr>
            <a:lvl9pPr>
              <a:defRPr sz="2100" b="1">
                <a:solidFill>
                  <a:srgbClr val="D5F579"/>
                </a:solidFill>
                <a:latin typeface="Arial"/>
                <a:ea typeface="Arial"/>
                <a:cs typeface="Arial"/>
              </a:defRPr>
            </a:lvl9pPr>
          </a:lstStyle>
          <a:p xmlns:a="http://schemas.openxmlformats.org/drawingml/2006/main">
            <a:pPr>
              <a:defRPr sz="2100" b="1">
                <a:solidFill>
                  <a:srgbClr val="D5F579"/>
                </a:solidFill>
                <a:latin typeface="Arial"/>
                <a:ea typeface="Arial"/>
                <a:cs typeface="Arial"/>
              </a:defRPr>
            </a:pPr>
            <a:r>
              <a:rPr sz="2100" b="1">
                <a:solidFill>
                  <a:srgbClr val="D5F579"/>
                </a:solidFill>
                <a:latin typeface="Arial"/>
                <a:ea typeface="Arial"/>
                <a:cs typeface="Arial"/>
              </a:rPr>
              <a:t>Құқықтарды сервер тексереді</a:t>
            </a:r>
          </a:p>
        </p:txBody>
      </p:sp>
      <p:sp>
        <p:nvSpPr>
          <p:cNvPr id="21" name="">
            <a:extLst xmlns:a="http://schemas.openxmlformats.org/drawingml/2006/main">
              <a:ext uri="{FF2B5EF4-FFF2-40B4-BE49-F238E27FC236}">
                <a16:creationId xmlns:a16="http://schemas.microsoft.com/office/drawing/2014/main" id="{15D0A329-62D9-4095-8C6C-2A1658E7A873}"/>
              </a:ext>
            </a:extLst>
          </p:cNvPr>
          <p:cNvSpPr>
            <a:spLocks xmlns:a="http://schemas.openxmlformats.org/drawingml/2006/main" noGrp="1"/>
          </p:cNvSpPr>
          <p:nvPr/>
        </p:nvSpPr>
        <p:spPr>
          <a:xfrm xmlns:a="http://schemas.openxmlformats.org/drawingml/2006/main">
            <a:off x="5905500" y="5638800"/>
            <a:ext cx="5362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F3F4ED"/>
                </a:solidFill>
                <a:latin typeface="Arial"/>
                <a:ea typeface="Arial"/>
                <a:cs typeface="Arial"/>
              </a:defRPr>
            </a:defPPr>
            <a:lvl1pPr>
              <a:defRPr sz="1650" b="0">
                <a:solidFill>
                  <a:srgbClr val="F3F4ED"/>
                </a:solidFill>
                <a:latin typeface="Arial"/>
                <a:ea typeface="Arial"/>
                <a:cs typeface="Arial"/>
              </a:defRPr>
            </a:lvl1pPr>
            <a:lvl2pPr>
              <a:defRPr sz="1650" b="0">
                <a:solidFill>
                  <a:srgbClr val="F3F4ED"/>
                </a:solidFill>
                <a:latin typeface="Arial"/>
                <a:ea typeface="Arial"/>
                <a:cs typeface="Arial"/>
              </a:defRPr>
            </a:lvl2pPr>
            <a:lvl3pPr>
              <a:defRPr sz="1650" b="0">
                <a:solidFill>
                  <a:srgbClr val="F3F4ED"/>
                </a:solidFill>
                <a:latin typeface="Arial"/>
                <a:ea typeface="Arial"/>
                <a:cs typeface="Arial"/>
              </a:defRPr>
            </a:lvl3pPr>
            <a:lvl4pPr>
              <a:defRPr sz="1650" b="0">
                <a:solidFill>
                  <a:srgbClr val="F3F4ED"/>
                </a:solidFill>
                <a:latin typeface="Arial"/>
                <a:ea typeface="Arial"/>
                <a:cs typeface="Arial"/>
              </a:defRPr>
            </a:lvl4pPr>
            <a:lvl5pPr>
              <a:defRPr sz="1650" b="0">
                <a:solidFill>
                  <a:srgbClr val="F3F4ED"/>
                </a:solidFill>
                <a:latin typeface="Arial"/>
                <a:ea typeface="Arial"/>
                <a:cs typeface="Arial"/>
              </a:defRPr>
            </a:lvl5pPr>
            <a:lvl6pPr>
              <a:defRPr sz="1650" b="0">
                <a:solidFill>
                  <a:srgbClr val="F3F4ED"/>
                </a:solidFill>
                <a:latin typeface="Arial"/>
                <a:ea typeface="Arial"/>
                <a:cs typeface="Arial"/>
              </a:defRPr>
            </a:lvl6pPr>
            <a:lvl7pPr>
              <a:defRPr sz="1650" b="0">
                <a:solidFill>
                  <a:srgbClr val="F3F4ED"/>
                </a:solidFill>
                <a:latin typeface="Arial"/>
                <a:ea typeface="Arial"/>
                <a:cs typeface="Arial"/>
              </a:defRPr>
            </a:lvl7pPr>
            <a:lvl8pPr>
              <a:defRPr sz="1650" b="0">
                <a:solidFill>
                  <a:srgbClr val="F3F4ED"/>
                </a:solidFill>
                <a:latin typeface="Arial"/>
                <a:ea typeface="Arial"/>
                <a:cs typeface="Arial"/>
              </a:defRPr>
            </a:lvl8pPr>
            <a:lvl9pPr>
              <a:defRPr sz="1650" b="0">
                <a:solidFill>
                  <a:srgbClr val="F3F4ED"/>
                </a:solidFill>
                <a:latin typeface="Arial"/>
                <a:ea typeface="Arial"/>
                <a:cs typeface="Arial"/>
              </a:defRPr>
            </a:lvl9pPr>
          </a:lstStyle>
          <a:p xmlns:a="http://schemas.openxmlformats.org/drawingml/2006/main">
            <a:pPr>
              <a:defRPr sz="1650" b="0">
                <a:solidFill>
                  <a:srgbClr val="F3F4ED"/>
                </a:solidFill>
                <a:latin typeface="Arial"/>
                <a:ea typeface="Arial"/>
                <a:cs typeface="Arial"/>
              </a:defRPr>
            </a:pPr>
            <a:r>
              <a:rPr sz="1650" b="0">
                <a:solidFill>
                  <a:srgbClr val="F3F4ED"/>
                </a:solidFill>
                <a:latin typeface="Arial"/>
                <a:ea typeface="Arial"/>
                <a:cs typeface="Arial"/>
              </a:rPr>
              <a:t>Ресми кадрлық деректер тек оқуға арналған.</a:t>
            </a:r>
          </a:p>
        </p:txBody>
      </p:sp>
    </p:spTree>
    <p:extLst>
      <p:ext uri="{BB962C8B-B14F-4D97-AF65-F5344CB8AC3E}">
        <p14:creationId xmlns:p14="http://schemas.microsoft.com/office/powerpoint/2010/main" val="1947948953"/>
      </p:ext>
    </p:extLst>
  </p:cSld>
</p:sld>
</file>

<file path=ppt/slides/slide4.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FBD6B98-2776-43A0-B2E4-272AEE4350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717AD3E-FE24-4ED2-972F-9DB3C35A8B39}"/>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Өтінімнен шешімге дейін.</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Өзгерістер тарихы сақталады.</a:t>
            </a:r>
          </a:p>
        </p:txBody>
      </p:sp>
      <p:sp>
        <p:nvSpPr>
          <p:cNvPr id="4" name="">
            <a:extLst xmlns:a="http://schemas.openxmlformats.org/drawingml/2006/main">
              <a:ext uri="{FF2B5EF4-FFF2-40B4-BE49-F238E27FC236}">
                <a16:creationId xmlns:a16="http://schemas.microsoft.com/office/drawing/2014/main" id="{4A6A6A96-7F81-4F36-8D9B-7ED236F021A3}"/>
              </a:ext>
            </a:extLst>
          </p:cNvPr>
          <p:cNvSpPr>
            <a:spLocks xmlns:a="http://schemas.openxmlformats.org/drawingml/2006/main" noGrp="1"/>
          </p:cNvSpPr>
          <p:nvPr/>
        </p:nvSpPr>
        <p:spPr>
          <a:xfrm xmlns:a="http://schemas.openxmlformats.org/drawingml/2006/main">
            <a:off x="609600" y="219075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207A5B"/>
                </a:solidFill>
                <a:latin typeface="Arial"/>
                <a:ea typeface="Arial"/>
                <a:cs typeface="Arial"/>
              </a:defRPr>
            </a:defPPr>
            <a:lvl1pPr>
              <a:defRPr sz="2850" b="1">
                <a:solidFill>
                  <a:srgbClr val="207A5B"/>
                </a:solidFill>
                <a:latin typeface="Arial"/>
                <a:ea typeface="Arial"/>
                <a:cs typeface="Arial"/>
              </a:defRPr>
            </a:lvl1pPr>
            <a:lvl2pPr>
              <a:defRPr sz="2850" b="1">
                <a:solidFill>
                  <a:srgbClr val="207A5B"/>
                </a:solidFill>
                <a:latin typeface="Arial"/>
                <a:ea typeface="Arial"/>
                <a:cs typeface="Arial"/>
              </a:defRPr>
            </a:lvl2pPr>
            <a:lvl3pPr>
              <a:defRPr sz="2850" b="1">
                <a:solidFill>
                  <a:srgbClr val="207A5B"/>
                </a:solidFill>
                <a:latin typeface="Arial"/>
                <a:ea typeface="Arial"/>
                <a:cs typeface="Arial"/>
              </a:defRPr>
            </a:lvl3pPr>
            <a:lvl4pPr>
              <a:defRPr sz="2850" b="1">
                <a:solidFill>
                  <a:srgbClr val="207A5B"/>
                </a:solidFill>
                <a:latin typeface="Arial"/>
                <a:ea typeface="Arial"/>
                <a:cs typeface="Arial"/>
              </a:defRPr>
            </a:lvl4pPr>
            <a:lvl5pPr>
              <a:defRPr sz="2850" b="1">
                <a:solidFill>
                  <a:srgbClr val="207A5B"/>
                </a:solidFill>
                <a:latin typeface="Arial"/>
                <a:ea typeface="Arial"/>
                <a:cs typeface="Arial"/>
              </a:defRPr>
            </a:lvl5pPr>
            <a:lvl6pPr>
              <a:defRPr sz="2850" b="1">
                <a:solidFill>
                  <a:srgbClr val="207A5B"/>
                </a:solidFill>
                <a:latin typeface="Arial"/>
                <a:ea typeface="Arial"/>
                <a:cs typeface="Arial"/>
              </a:defRPr>
            </a:lvl6pPr>
            <a:lvl7pPr>
              <a:defRPr sz="2850" b="1">
                <a:solidFill>
                  <a:srgbClr val="207A5B"/>
                </a:solidFill>
                <a:latin typeface="Arial"/>
                <a:ea typeface="Arial"/>
                <a:cs typeface="Arial"/>
              </a:defRPr>
            </a:lvl7pPr>
            <a:lvl8pPr>
              <a:defRPr sz="2850" b="1">
                <a:solidFill>
                  <a:srgbClr val="207A5B"/>
                </a:solidFill>
                <a:latin typeface="Arial"/>
                <a:ea typeface="Arial"/>
                <a:cs typeface="Arial"/>
              </a:defRPr>
            </a:lvl8pPr>
            <a:lvl9pPr>
              <a:defRPr sz="2850" b="1">
                <a:solidFill>
                  <a:srgbClr val="207A5B"/>
                </a:solidFill>
                <a:latin typeface="Arial"/>
                <a:ea typeface="Arial"/>
                <a:cs typeface="Arial"/>
              </a:defRPr>
            </a:lvl9pPr>
          </a:lstStyle>
          <a:p xmlns:a="http://schemas.openxmlformats.org/drawingml/2006/main">
            <a:pPr>
              <a:defRPr sz="2850" b="1">
                <a:solidFill>
                  <a:srgbClr val="207A5B"/>
                </a:solidFill>
                <a:latin typeface="Arial"/>
                <a:ea typeface="Arial"/>
                <a:cs typeface="Arial"/>
              </a:defRPr>
            </a:pPr>
            <a:r>
              <a:rPr sz="2850" b="1">
                <a:solidFill>
                  <a:srgbClr val="207A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E5EE399-2102-462B-A853-7DA4DA68ED54}"/>
              </a:ext>
            </a:extLst>
          </p:cNvPr>
          <p:cNvSpPr>
            <a:spLocks xmlns:a="http://schemas.openxmlformats.org/drawingml/2006/main" noGrp="1"/>
          </p:cNvSpPr>
          <p:nvPr/>
        </p:nvSpPr>
        <p:spPr>
          <a:xfrm xmlns:a="http://schemas.openxmlformats.org/drawingml/2006/main">
            <a:off x="1428750" y="2200275"/>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Қызметкер демалысқа өтінім береді</a:t>
            </a:r>
          </a:p>
        </p:txBody>
      </p:sp>
      <p:sp>
        <p:nvSpPr>
          <p:cNvPr id="6" name="">
            <a:extLst xmlns:a="http://schemas.openxmlformats.org/drawingml/2006/main">
              <a:ext uri="{FF2B5EF4-FFF2-40B4-BE49-F238E27FC236}">
                <a16:creationId xmlns:a16="http://schemas.microsoft.com/office/drawing/2014/main" id="{D4B37F3C-E5BF-422D-8A81-FBD21CAD6CA3}"/>
              </a:ext>
            </a:extLst>
          </p:cNvPr>
          <p:cNvSpPr>
            <a:spLocks xmlns:a="http://schemas.openxmlformats.org/drawingml/2006/main" noGrp="1"/>
          </p:cNvSpPr>
          <p:nvPr/>
        </p:nvSpPr>
        <p:spPr>
          <a:xfrm xmlns:a="http://schemas.openxmlformats.org/drawingml/2006/main">
            <a:off x="1428750" y="2638425"/>
            <a:ext cx="604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Сервер күндерді және қолжетімді қалдықты тексереді.</a:t>
            </a:r>
          </a:p>
        </p:txBody>
      </p:sp>
      <p:sp>
        <p:nvSpPr>
          <p:cNvPr id="7" name="">
            <a:extLst xmlns:a="http://schemas.openxmlformats.org/drawingml/2006/main">
              <a:ext uri="{FF2B5EF4-FFF2-40B4-BE49-F238E27FC236}">
                <a16:creationId xmlns:a16="http://schemas.microsoft.com/office/drawing/2014/main" id="{CA2A3A15-CB83-4AF7-BAD0-3A47F7C7D067}"/>
              </a:ext>
            </a:extLst>
          </p:cNvPr>
          <p:cNvSpPr>
            <a:spLocks xmlns:a="http://schemas.openxmlformats.org/drawingml/2006/main" noGrp="1"/>
          </p:cNvSpPr>
          <p:nvPr/>
        </p:nvSpPr>
        <p:spPr>
          <a:xfrm xmlns:a="http://schemas.openxmlformats.org/drawingml/2006/main">
            <a:off x="609600" y="3209925"/>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207A5B"/>
                </a:solidFill>
                <a:latin typeface="Arial"/>
                <a:ea typeface="Arial"/>
                <a:cs typeface="Arial"/>
              </a:defRPr>
            </a:defPPr>
            <a:lvl1pPr>
              <a:defRPr sz="2850" b="1">
                <a:solidFill>
                  <a:srgbClr val="207A5B"/>
                </a:solidFill>
                <a:latin typeface="Arial"/>
                <a:ea typeface="Arial"/>
                <a:cs typeface="Arial"/>
              </a:defRPr>
            </a:lvl1pPr>
            <a:lvl2pPr>
              <a:defRPr sz="2850" b="1">
                <a:solidFill>
                  <a:srgbClr val="207A5B"/>
                </a:solidFill>
                <a:latin typeface="Arial"/>
                <a:ea typeface="Arial"/>
                <a:cs typeface="Arial"/>
              </a:defRPr>
            </a:lvl2pPr>
            <a:lvl3pPr>
              <a:defRPr sz="2850" b="1">
                <a:solidFill>
                  <a:srgbClr val="207A5B"/>
                </a:solidFill>
                <a:latin typeface="Arial"/>
                <a:ea typeface="Arial"/>
                <a:cs typeface="Arial"/>
              </a:defRPr>
            </a:lvl3pPr>
            <a:lvl4pPr>
              <a:defRPr sz="2850" b="1">
                <a:solidFill>
                  <a:srgbClr val="207A5B"/>
                </a:solidFill>
                <a:latin typeface="Arial"/>
                <a:ea typeface="Arial"/>
                <a:cs typeface="Arial"/>
              </a:defRPr>
            </a:lvl4pPr>
            <a:lvl5pPr>
              <a:defRPr sz="2850" b="1">
                <a:solidFill>
                  <a:srgbClr val="207A5B"/>
                </a:solidFill>
                <a:latin typeface="Arial"/>
                <a:ea typeface="Arial"/>
                <a:cs typeface="Arial"/>
              </a:defRPr>
            </a:lvl5pPr>
            <a:lvl6pPr>
              <a:defRPr sz="2850" b="1">
                <a:solidFill>
                  <a:srgbClr val="207A5B"/>
                </a:solidFill>
                <a:latin typeface="Arial"/>
                <a:ea typeface="Arial"/>
                <a:cs typeface="Arial"/>
              </a:defRPr>
            </a:lvl6pPr>
            <a:lvl7pPr>
              <a:defRPr sz="2850" b="1">
                <a:solidFill>
                  <a:srgbClr val="207A5B"/>
                </a:solidFill>
                <a:latin typeface="Arial"/>
                <a:ea typeface="Arial"/>
                <a:cs typeface="Arial"/>
              </a:defRPr>
            </a:lvl7pPr>
            <a:lvl8pPr>
              <a:defRPr sz="2850" b="1">
                <a:solidFill>
                  <a:srgbClr val="207A5B"/>
                </a:solidFill>
                <a:latin typeface="Arial"/>
                <a:ea typeface="Arial"/>
                <a:cs typeface="Arial"/>
              </a:defRPr>
            </a:lvl8pPr>
            <a:lvl9pPr>
              <a:defRPr sz="2850" b="1">
                <a:solidFill>
                  <a:srgbClr val="207A5B"/>
                </a:solidFill>
                <a:latin typeface="Arial"/>
                <a:ea typeface="Arial"/>
                <a:cs typeface="Arial"/>
              </a:defRPr>
            </a:lvl9pPr>
          </a:lstStyle>
          <a:p xmlns:a="http://schemas.openxmlformats.org/drawingml/2006/main">
            <a:pPr>
              <a:defRPr sz="2850" b="1">
                <a:solidFill>
                  <a:srgbClr val="207A5B"/>
                </a:solidFill>
                <a:latin typeface="Arial"/>
                <a:ea typeface="Arial"/>
                <a:cs typeface="Arial"/>
              </a:defRPr>
            </a:pPr>
            <a:r>
              <a:rPr sz="2850" b="1">
                <a:solidFill>
                  <a:srgbClr val="207A5B"/>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A63E102-E1DD-4BFD-B3E3-8124FCDF14E2}"/>
              </a:ext>
            </a:extLst>
          </p:cNvPr>
          <p:cNvSpPr>
            <a:spLocks xmlns:a="http://schemas.openxmlformats.org/drawingml/2006/main" noGrp="1"/>
          </p:cNvSpPr>
          <p:nvPr/>
        </p:nvSpPr>
        <p:spPr>
          <a:xfrm xmlns:a="http://schemas.openxmlformats.org/drawingml/2006/main">
            <a:off x="1428750" y="32194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Басшы шешім қабылдайды</a:t>
            </a:r>
          </a:p>
        </p:txBody>
      </p:sp>
      <p:sp>
        <p:nvSpPr>
          <p:cNvPr id="9" name="">
            <a:extLst xmlns:a="http://schemas.openxmlformats.org/drawingml/2006/main">
              <a:ext uri="{FF2B5EF4-FFF2-40B4-BE49-F238E27FC236}">
                <a16:creationId xmlns:a16="http://schemas.microsoft.com/office/drawing/2014/main" id="{69ACD597-A7CE-403F-9028-75E8CED843A2}"/>
              </a:ext>
            </a:extLst>
          </p:cNvPr>
          <p:cNvSpPr>
            <a:spLocks xmlns:a="http://schemas.openxmlformats.org/drawingml/2006/main" noGrp="1"/>
          </p:cNvSpPr>
          <p:nvPr/>
        </p:nvSpPr>
        <p:spPr>
          <a:xfrm xmlns:a="http://schemas.openxmlformats.org/drawingml/2006/main">
            <a:off x="1428750" y="3657600"/>
            <a:ext cx="604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Қабылдамау үшін түсініктеме міндетті.</a:t>
            </a:r>
          </a:p>
        </p:txBody>
      </p:sp>
      <p:sp>
        <p:nvSpPr>
          <p:cNvPr id="10" name="">
            <a:extLst xmlns:a="http://schemas.openxmlformats.org/drawingml/2006/main">
              <a:ext uri="{FF2B5EF4-FFF2-40B4-BE49-F238E27FC236}">
                <a16:creationId xmlns:a16="http://schemas.microsoft.com/office/drawing/2014/main" id="{E033244F-1CF5-451A-9D5A-B22011C5BFA4}"/>
              </a:ext>
            </a:extLst>
          </p:cNvPr>
          <p:cNvSpPr>
            <a:spLocks xmlns:a="http://schemas.openxmlformats.org/drawingml/2006/main" noGrp="1"/>
          </p:cNvSpPr>
          <p:nvPr/>
        </p:nvSpPr>
        <p:spPr>
          <a:xfrm xmlns:a="http://schemas.openxmlformats.org/drawingml/2006/main">
            <a:off x="609600" y="422910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207A5B"/>
                </a:solidFill>
                <a:latin typeface="Arial"/>
                <a:ea typeface="Arial"/>
                <a:cs typeface="Arial"/>
              </a:defRPr>
            </a:defPPr>
            <a:lvl1pPr>
              <a:defRPr sz="2850" b="1">
                <a:solidFill>
                  <a:srgbClr val="207A5B"/>
                </a:solidFill>
                <a:latin typeface="Arial"/>
                <a:ea typeface="Arial"/>
                <a:cs typeface="Arial"/>
              </a:defRPr>
            </a:lvl1pPr>
            <a:lvl2pPr>
              <a:defRPr sz="2850" b="1">
                <a:solidFill>
                  <a:srgbClr val="207A5B"/>
                </a:solidFill>
                <a:latin typeface="Arial"/>
                <a:ea typeface="Arial"/>
                <a:cs typeface="Arial"/>
              </a:defRPr>
            </a:lvl2pPr>
            <a:lvl3pPr>
              <a:defRPr sz="2850" b="1">
                <a:solidFill>
                  <a:srgbClr val="207A5B"/>
                </a:solidFill>
                <a:latin typeface="Arial"/>
                <a:ea typeface="Arial"/>
                <a:cs typeface="Arial"/>
              </a:defRPr>
            </a:lvl3pPr>
            <a:lvl4pPr>
              <a:defRPr sz="2850" b="1">
                <a:solidFill>
                  <a:srgbClr val="207A5B"/>
                </a:solidFill>
                <a:latin typeface="Arial"/>
                <a:ea typeface="Arial"/>
                <a:cs typeface="Arial"/>
              </a:defRPr>
            </a:lvl4pPr>
            <a:lvl5pPr>
              <a:defRPr sz="2850" b="1">
                <a:solidFill>
                  <a:srgbClr val="207A5B"/>
                </a:solidFill>
                <a:latin typeface="Arial"/>
                <a:ea typeface="Arial"/>
                <a:cs typeface="Arial"/>
              </a:defRPr>
            </a:lvl5pPr>
            <a:lvl6pPr>
              <a:defRPr sz="2850" b="1">
                <a:solidFill>
                  <a:srgbClr val="207A5B"/>
                </a:solidFill>
                <a:latin typeface="Arial"/>
                <a:ea typeface="Arial"/>
                <a:cs typeface="Arial"/>
              </a:defRPr>
            </a:lvl6pPr>
            <a:lvl7pPr>
              <a:defRPr sz="2850" b="1">
                <a:solidFill>
                  <a:srgbClr val="207A5B"/>
                </a:solidFill>
                <a:latin typeface="Arial"/>
                <a:ea typeface="Arial"/>
                <a:cs typeface="Arial"/>
              </a:defRPr>
            </a:lvl7pPr>
            <a:lvl8pPr>
              <a:defRPr sz="2850" b="1">
                <a:solidFill>
                  <a:srgbClr val="207A5B"/>
                </a:solidFill>
                <a:latin typeface="Arial"/>
                <a:ea typeface="Arial"/>
                <a:cs typeface="Arial"/>
              </a:defRPr>
            </a:lvl8pPr>
            <a:lvl9pPr>
              <a:defRPr sz="2850" b="1">
                <a:solidFill>
                  <a:srgbClr val="207A5B"/>
                </a:solidFill>
                <a:latin typeface="Arial"/>
                <a:ea typeface="Arial"/>
                <a:cs typeface="Arial"/>
              </a:defRPr>
            </a:lvl9pPr>
          </a:lstStyle>
          <a:p xmlns:a="http://schemas.openxmlformats.org/drawingml/2006/main">
            <a:pPr>
              <a:defRPr sz="2850" b="1">
                <a:solidFill>
                  <a:srgbClr val="207A5B"/>
                </a:solidFill>
                <a:latin typeface="Arial"/>
                <a:ea typeface="Arial"/>
                <a:cs typeface="Arial"/>
              </a:defRPr>
            </a:pPr>
            <a:r>
              <a:rPr sz="2850" b="1">
                <a:solidFill>
                  <a:srgbClr val="207A5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E917A9D-4DBD-4466-A9AD-95367D7C0BF3}"/>
              </a:ext>
            </a:extLst>
          </p:cNvPr>
          <p:cNvSpPr>
            <a:spLocks xmlns:a="http://schemas.openxmlformats.org/drawingml/2006/main" noGrp="1"/>
          </p:cNvSpPr>
          <p:nvPr/>
        </p:nvSpPr>
        <p:spPr>
          <a:xfrm xmlns:a="http://schemas.openxmlformats.org/drawingml/2006/main">
            <a:off x="1428750" y="4238625"/>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Қызметкер нәтижені көреді</a:t>
            </a:r>
          </a:p>
        </p:txBody>
      </p:sp>
      <p:sp>
        <p:nvSpPr>
          <p:cNvPr id="12" name="">
            <a:extLst xmlns:a="http://schemas.openxmlformats.org/drawingml/2006/main">
              <a:ext uri="{FF2B5EF4-FFF2-40B4-BE49-F238E27FC236}">
                <a16:creationId xmlns:a16="http://schemas.microsoft.com/office/drawing/2014/main" id="{C63C58CE-1C38-458E-9921-82DCDB4D29F8}"/>
              </a:ext>
            </a:extLst>
          </p:cNvPr>
          <p:cNvSpPr>
            <a:spLocks xmlns:a="http://schemas.openxmlformats.org/drawingml/2006/main" noGrp="1"/>
          </p:cNvSpPr>
          <p:nvPr/>
        </p:nvSpPr>
        <p:spPr>
          <a:xfrm xmlns:a="http://schemas.openxmlformats.org/drawingml/2006/main">
            <a:off x="1428750" y="4676775"/>
            <a:ext cx="604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Мәртебе, хабарлама және өзекті қалдық.</a:t>
            </a:r>
          </a:p>
        </p:txBody>
      </p:sp>
      <p:sp>
        <p:nvSpPr>
          <p:cNvPr id="13" name="">
            <a:extLst xmlns:a="http://schemas.openxmlformats.org/drawingml/2006/main">
              <a:ext uri="{FF2B5EF4-FFF2-40B4-BE49-F238E27FC236}">
                <a16:creationId xmlns:a16="http://schemas.microsoft.com/office/drawing/2014/main" id="{99533C47-89C7-4985-81BE-76A7BF783413}"/>
              </a:ext>
            </a:extLst>
          </p:cNvPr>
          <p:cNvSpPr>
            <a:spLocks xmlns:a="http://schemas.openxmlformats.org/drawingml/2006/main" noGrp="1"/>
          </p:cNvSpPr>
          <p:nvPr/>
        </p:nvSpPr>
        <p:spPr>
          <a:xfrm xmlns:a="http://schemas.openxmlformats.org/drawingml/2006/main">
            <a:off x="609600" y="5410200"/>
            <a:ext cx="676275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246DE3B-8804-40EA-949B-4C9C4DECF689}"/>
              </a:ext>
            </a:extLst>
          </p:cNvPr>
          <p:cNvSpPr>
            <a:spLocks xmlns:a="http://schemas.openxmlformats.org/drawingml/2006/main" noGrp="1"/>
          </p:cNvSpPr>
          <p:nvPr/>
        </p:nvSpPr>
        <p:spPr>
          <a:xfrm xmlns:a="http://schemas.openxmlformats.org/drawingml/2006/main">
            <a:off x="609600" y="56197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03A30"/>
                </a:solidFill>
                <a:latin typeface="Arial"/>
                <a:ea typeface="Arial"/>
                <a:cs typeface="Arial"/>
              </a:defRPr>
            </a:defPPr>
            <a:lvl1pPr>
              <a:defRPr sz="1875" b="1">
                <a:solidFill>
                  <a:srgbClr val="103A30"/>
                </a:solidFill>
                <a:latin typeface="Arial"/>
                <a:ea typeface="Arial"/>
                <a:cs typeface="Arial"/>
              </a:defRPr>
            </a:lvl1pPr>
            <a:lvl2pPr>
              <a:defRPr sz="1875" b="1">
                <a:solidFill>
                  <a:srgbClr val="103A30"/>
                </a:solidFill>
                <a:latin typeface="Arial"/>
                <a:ea typeface="Arial"/>
                <a:cs typeface="Arial"/>
              </a:defRPr>
            </a:lvl2pPr>
            <a:lvl3pPr>
              <a:defRPr sz="1875" b="1">
                <a:solidFill>
                  <a:srgbClr val="103A30"/>
                </a:solidFill>
                <a:latin typeface="Arial"/>
                <a:ea typeface="Arial"/>
                <a:cs typeface="Arial"/>
              </a:defRPr>
            </a:lvl3pPr>
            <a:lvl4pPr>
              <a:defRPr sz="1875" b="1">
                <a:solidFill>
                  <a:srgbClr val="103A30"/>
                </a:solidFill>
                <a:latin typeface="Arial"/>
                <a:ea typeface="Arial"/>
                <a:cs typeface="Arial"/>
              </a:defRPr>
            </a:lvl4pPr>
            <a:lvl5pPr>
              <a:defRPr sz="1875" b="1">
                <a:solidFill>
                  <a:srgbClr val="103A30"/>
                </a:solidFill>
                <a:latin typeface="Arial"/>
                <a:ea typeface="Arial"/>
                <a:cs typeface="Arial"/>
              </a:defRPr>
            </a:lvl5pPr>
            <a:lvl6pPr>
              <a:defRPr sz="1875" b="1">
                <a:solidFill>
                  <a:srgbClr val="103A30"/>
                </a:solidFill>
                <a:latin typeface="Arial"/>
                <a:ea typeface="Arial"/>
                <a:cs typeface="Arial"/>
              </a:defRPr>
            </a:lvl6pPr>
            <a:lvl7pPr>
              <a:defRPr sz="1875" b="1">
                <a:solidFill>
                  <a:srgbClr val="103A30"/>
                </a:solidFill>
                <a:latin typeface="Arial"/>
                <a:ea typeface="Arial"/>
                <a:cs typeface="Arial"/>
              </a:defRPr>
            </a:lvl7pPr>
            <a:lvl8pPr>
              <a:defRPr sz="1875" b="1">
                <a:solidFill>
                  <a:srgbClr val="103A30"/>
                </a:solidFill>
                <a:latin typeface="Arial"/>
                <a:ea typeface="Arial"/>
                <a:cs typeface="Arial"/>
              </a:defRPr>
            </a:lvl8pPr>
            <a:lvl9pPr>
              <a:defRPr sz="1875" b="1">
                <a:solidFill>
                  <a:srgbClr val="103A30"/>
                </a:solidFill>
                <a:latin typeface="Arial"/>
                <a:ea typeface="Arial"/>
                <a:cs typeface="Arial"/>
              </a:defRPr>
            </a:lvl9pPr>
          </a:lstStyle>
          <a:p xmlns:a="http://schemas.openxmlformats.org/drawingml/2006/main">
            <a:pPr>
              <a:defRPr sz="1875" b="1">
                <a:solidFill>
                  <a:srgbClr val="103A30"/>
                </a:solidFill>
                <a:latin typeface="Arial"/>
                <a:ea typeface="Arial"/>
                <a:cs typeface="Arial"/>
              </a:defRPr>
            </a:pPr>
            <a:r>
              <a:rPr sz="1875" b="1">
                <a:solidFill>
                  <a:srgbClr val="103A30"/>
                </a:solidFill>
                <a:latin typeface="Arial"/>
                <a:ea typeface="Arial"/>
                <a:cs typeface="Arial"/>
              </a:rPr>
              <a:t>Кері қайтарып алу және қайта беру</a:t>
            </a:r>
          </a:p>
        </p:txBody>
      </p:sp>
      <p:sp>
        <p:nvSpPr>
          <p:cNvPr id="15" name="">
            <a:extLst xmlns:a="http://schemas.openxmlformats.org/drawingml/2006/main">
              <a:ext uri="{FF2B5EF4-FFF2-40B4-BE49-F238E27FC236}">
                <a16:creationId xmlns:a16="http://schemas.microsoft.com/office/drawing/2014/main" id="{AAF41F86-E5F6-4C0E-ABF1-ACF492AF2C8C}"/>
              </a:ext>
            </a:extLst>
          </p:cNvPr>
          <p:cNvSpPr>
            <a:spLocks xmlns:a="http://schemas.openxmlformats.org/drawingml/2006/main" noGrp="1"/>
          </p:cNvSpPr>
          <p:nvPr/>
        </p:nvSpPr>
        <p:spPr>
          <a:xfrm xmlns:a="http://schemas.openxmlformats.org/drawingml/2006/main">
            <a:off x="609600" y="6067425"/>
            <a:ext cx="695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3776F"/>
                </a:solidFill>
                <a:latin typeface="Arial"/>
                <a:ea typeface="Arial"/>
                <a:cs typeface="Arial"/>
              </a:defRPr>
            </a:defPPr>
            <a:lvl1pPr>
              <a:defRPr sz="1575" b="0">
                <a:solidFill>
                  <a:srgbClr val="63776F"/>
                </a:solidFill>
                <a:latin typeface="Arial"/>
                <a:ea typeface="Arial"/>
                <a:cs typeface="Arial"/>
              </a:defRPr>
            </a:lvl1pPr>
            <a:lvl2pPr>
              <a:defRPr sz="1575" b="0">
                <a:solidFill>
                  <a:srgbClr val="63776F"/>
                </a:solidFill>
                <a:latin typeface="Arial"/>
                <a:ea typeface="Arial"/>
                <a:cs typeface="Arial"/>
              </a:defRPr>
            </a:lvl2pPr>
            <a:lvl3pPr>
              <a:defRPr sz="1575" b="0">
                <a:solidFill>
                  <a:srgbClr val="63776F"/>
                </a:solidFill>
                <a:latin typeface="Arial"/>
                <a:ea typeface="Arial"/>
                <a:cs typeface="Arial"/>
              </a:defRPr>
            </a:lvl3pPr>
            <a:lvl4pPr>
              <a:defRPr sz="1575" b="0">
                <a:solidFill>
                  <a:srgbClr val="63776F"/>
                </a:solidFill>
                <a:latin typeface="Arial"/>
                <a:ea typeface="Arial"/>
                <a:cs typeface="Arial"/>
              </a:defRPr>
            </a:lvl4pPr>
            <a:lvl5pPr>
              <a:defRPr sz="1575" b="0">
                <a:solidFill>
                  <a:srgbClr val="63776F"/>
                </a:solidFill>
                <a:latin typeface="Arial"/>
                <a:ea typeface="Arial"/>
                <a:cs typeface="Arial"/>
              </a:defRPr>
            </a:lvl5pPr>
            <a:lvl6pPr>
              <a:defRPr sz="1575" b="0">
                <a:solidFill>
                  <a:srgbClr val="63776F"/>
                </a:solidFill>
                <a:latin typeface="Arial"/>
                <a:ea typeface="Arial"/>
                <a:cs typeface="Arial"/>
              </a:defRPr>
            </a:lvl6pPr>
            <a:lvl7pPr>
              <a:defRPr sz="1575" b="0">
                <a:solidFill>
                  <a:srgbClr val="63776F"/>
                </a:solidFill>
                <a:latin typeface="Arial"/>
                <a:ea typeface="Arial"/>
                <a:cs typeface="Arial"/>
              </a:defRPr>
            </a:lvl7pPr>
            <a:lvl8pPr>
              <a:defRPr sz="1575" b="0">
                <a:solidFill>
                  <a:srgbClr val="63776F"/>
                </a:solidFill>
                <a:latin typeface="Arial"/>
                <a:ea typeface="Arial"/>
                <a:cs typeface="Arial"/>
              </a:defRPr>
            </a:lvl8pPr>
            <a:lvl9pPr>
              <a:defRPr sz="1575" b="0">
                <a:solidFill>
                  <a:srgbClr val="63776F"/>
                </a:solidFill>
                <a:latin typeface="Arial"/>
                <a:ea typeface="Arial"/>
                <a:cs typeface="Arial"/>
              </a:defRPr>
            </a:lvl9pPr>
          </a:lstStyle>
          <a:p xmlns:a="http://schemas.openxmlformats.org/drawingml/2006/main">
            <a:pPr>
              <a:defRPr sz="1575" b="0">
                <a:solidFill>
                  <a:srgbClr val="63776F"/>
                </a:solidFill>
                <a:latin typeface="Arial"/>
                <a:ea typeface="Arial"/>
                <a:cs typeface="Arial"/>
              </a:defRPr>
            </a:pPr>
            <a:r>
              <a:rPr sz="1575" b="0">
                <a:solidFill>
                  <a:srgbClr val="63776F"/>
                </a:solidFill>
                <a:latin typeface="Arial"/>
                <a:ea typeface="Arial"/>
                <a:cs typeface="Arial"/>
              </a:rPr>
              <a:t>Жаңа нөмір. Түзетілген күндер. Бастапқы өтінім сақталады.</a:t>
            </a:r>
          </a:p>
        </p:txBody>
      </p:sp>
      <p:sp>
        <p:nvSpPr>
          <p:cNvPr id="16" name="">
            <a:extLst xmlns:a="http://schemas.openxmlformats.org/drawingml/2006/main">
              <a:ext uri="{FF2B5EF4-FFF2-40B4-BE49-F238E27FC236}">
                <a16:creationId xmlns:a16="http://schemas.microsoft.com/office/drawing/2014/main" id="{4305F4E2-8D03-498D-9C2B-7B84C92ED08E}"/>
              </a:ext>
            </a:extLst>
          </p:cNvPr>
          <p:cNvSpPr>
            <a:spLocks xmlns:a="http://schemas.openxmlformats.org/drawingml/2006/main" noGrp="1"/>
          </p:cNvSpPr>
          <p:nvPr/>
        </p:nvSpPr>
        <p:spPr>
          <a:xfrm xmlns:a="http://schemas.openxmlformats.org/drawingml/2006/main">
            <a:off x="8553450" y="1771650"/>
            <a:ext cx="2228850" cy="4667250"/>
          </a:xfrm>
          <a:prstGeom xmlns:a="http://schemas.openxmlformats.org/drawingml/2006/main" prst="roundRect">
            <a:avLst>
              <a:gd name="adj" fmla="val 3419"/>
            </a:avLst>
          </a:prstGeom>
          <a:solidFill xmlns:a="http://schemas.openxmlformats.org/drawingml/2006/main">
            <a:srgbClr val="103A3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F58498-7D32-4114-9593-1378F3B365D7}"/>
              </a:ext>
            </a:extLst>
          </p:cNvPr>
          <p:cNvSpPr>
            <a:spLocks xmlns:a="http://schemas.openxmlformats.org/drawingml/2006/main" noGrp="1"/>
          </p:cNvSpPr>
          <p:nvPr/>
        </p:nvSpPr>
        <p:spPr>
          <a:xfrm xmlns:a="http://schemas.openxmlformats.org/drawingml/2006/main">
            <a:off x="8620125" y="1838325"/>
            <a:ext cx="2095500" cy="45339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12EF697-EB1A-4428-931F-0596D92C4373}"/>
              </a:ext>
            </a:extLst>
          </p:cNvPr>
          <p:cNvSpPr>
            <a:spLocks xmlns:a="http://schemas.openxmlformats.org/drawingml/2006/main" noGrp="1"/>
          </p:cNvSpPr>
          <p:nvPr/>
        </p:nvSpPr>
        <p:spPr>
          <a:xfrm xmlns:a="http://schemas.openxmlformats.org/drawingml/2006/main">
            <a:off x="8738333" y="1967251"/>
            <a:ext cx="1665654" cy="2471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8" b="1">
                <a:solidFill>
                  <a:srgbClr val="103A30"/>
                </a:solidFill>
                <a:latin typeface="Arial"/>
                <a:ea typeface="Arial"/>
                <a:cs typeface="Arial"/>
              </a:defRPr>
            </a:defPPr>
            <a:lvl1pPr>
              <a:defRPr sz="1058" b="1">
                <a:solidFill>
                  <a:srgbClr val="103A30"/>
                </a:solidFill>
                <a:latin typeface="Arial"/>
                <a:ea typeface="Arial"/>
                <a:cs typeface="Arial"/>
              </a:defRPr>
            </a:lvl1pPr>
            <a:lvl2pPr>
              <a:defRPr sz="1058" b="1">
                <a:solidFill>
                  <a:srgbClr val="103A30"/>
                </a:solidFill>
                <a:latin typeface="Arial"/>
                <a:ea typeface="Arial"/>
                <a:cs typeface="Arial"/>
              </a:defRPr>
            </a:lvl2pPr>
            <a:lvl3pPr>
              <a:defRPr sz="1058" b="1">
                <a:solidFill>
                  <a:srgbClr val="103A30"/>
                </a:solidFill>
                <a:latin typeface="Arial"/>
                <a:ea typeface="Arial"/>
                <a:cs typeface="Arial"/>
              </a:defRPr>
            </a:lvl3pPr>
            <a:lvl4pPr>
              <a:defRPr sz="1058" b="1">
                <a:solidFill>
                  <a:srgbClr val="103A30"/>
                </a:solidFill>
                <a:latin typeface="Arial"/>
                <a:ea typeface="Arial"/>
                <a:cs typeface="Arial"/>
              </a:defRPr>
            </a:lvl4pPr>
            <a:lvl5pPr>
              <a:defRPr sz="1058" b="1">
                <a:solidFill>
                  <a:srgbClr val="103A30"/>
                </a:solidFill>
                <a:latin typeface="Arial"/>
                <a:ea typeface="Arial"/>
                <a:cs typeface="Arial"/>
              </a:defRPr>
            </a:lvl5pPr>
            <a:lvl6pPr>
              <a:defRPr sz="1058" b="1">
                <a:solidFill>
                  <a:srgbClr val="103A30"/>
                </a:solidFill>
                <a:latin typeface="Arial"/>
                <a:ea typeface="Arial"/>
                <a:cs typeface="Arial"/>
              </a:defRPr>
            </a:lvl6pPr>
            <a:lvl7pPr>
              <a:defRPr sz="1058" b="1">
                <a:solidFill>
                  <a:srgbClr val="103A30"/>
                </a:solidFill>
                <a:latin typeface="Arial"/>
                <a:ea typeface="Arial"/>
                <a:cs typeface="Arial"/>
              </a:defRPr>
            </a:lvl7pPr>
            <a:lvl8pPr>
              <a:defRPr sz="1058" b="1">
                <a:solidFill>
                  <a:srgbClr val="103A30"/>
                </a:solidFill>
                <a:latin typeface="Arial"/>
                <a:ea typeface="Arial"/>
                <a:cs typeface="Arial"/>
              </a:defRPr>
            </a:lvl8pPr>
            <a:lvl9pPr>
              <a:defRPr sz="1058" b="1">
                <a:solidFill>
                  <a:srgbClr val="103A30"/>
                </a:solidFill>
                <a:latin typeface="Arial"/>
                <a:ea typeface="Arial"/>
                <a:cs typeface="Arial"/>
              </a:defRPr>
            </a:lvl9pPr>
          </a:lstStyle>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Өтінім JP-1040</a:t>
            </a:r>
          </a:p>
        </p:txBody>
      </p:sp>
      <p:sp>
        <p:nvSpPr>
          <p:cNvPr id="19" name="">
            <a:extLst xmlns:a="http://schemas.openxmlformats.org/drawingml/2006/main">
              <a:ext uri="{FF2B5EF4-FFF2-40B4-BE49-F238E27FC236}">
                <a16:creationId xmlns:a16="http://schemas.microsoft.com/office/drawing/2014/main" id="{059CB998-9A58-41DE-A60C-AE1531386FC4}"/>
              </a:ext>
            </a:extLst>
          </p:cNvPr>
          <p:cNvSpPr>
            <a:spLocks xmlns:a="http://schemas.openxmlformats.org/drawingml/2006/main" noGrp="1"/>
          </p:cNvSpPr>
          <p:nvPr/>
        </p:nvSpPr>
        <p:spPr>
          <a:xfrm xmlns:a="http://schemas.openxmlformats.org/drawingml/2006/main">
            <a:off x="10489956" y="1945763"/>
            <a:ext cx="145073" cy="2417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4" b="0">
                <a:solidFill>
                  <a:srgbClr val="63776F"/>
                </a:solidFill>
                <a:latin typeface="Arial"/>
                <a:ea typeface="Arial"/>
                <a:cs typeface="Arial"/>
              </a:defRPr>
            </a:defPPr>
            <a:lvl1pPr>
              <a:defRPr sz="1354" b="0">
                <a:solidFill>
                  <a:srgbClr val="63776F"/>
                </a:solidFill>
                <a:latin typeface="Arial"/>
                <a:ea typeface="Arial"/>
                <a:cs typeface="Arial"/>
              </a:defRPr>
            </a:lvl1pPr>
            <a:lvl2pPr>
              <a:defRPr sz="1354" b="0">
                <a:solidFill>
                  <a:srgbClr val="63776F"/>
                </a:solidFill>
                <a:latin typeface="Arial"/>
                <a:ea typeface="Arial"/>
                <a:cs typeface="Arial"/>
              </a:defRPr>
            </a:lvl2pPr>
            <a:lvl3pPr>
              <a:defRPr sz="1354" b="0">
                <a:solidFill>
                  <a:srgbClr val="63776F"/>
                </a:solidFill>
                <a:latin typeface="Arial"/>
                <a:ea typeface="Arial"/>
                <a:cs typeface="Arial"/>
              </a:defRPr>
            </a:lvl3pPr>
            <a:lvl4pPr>
              <a:defRPr sz="1354" b="0">
                <a:solidFill>
                  <a:srgbClr val="63776F"/>
                </a:solidFill>
                <a:latin typeface="Arial"/>
                <a:ea typeface="Arial"/>
                <a:cs typeface="Arial"/>
              </a:defRPr>
            </a:lvl4pPr>
            <a:lvl5pPr>
              <a:defRPr sz="1354" b="0">
                <a:solidFill>
                  <a:srgbClr val="63776F"/>
                </a:solidFill>
                <a:latin typeface="Arial"/>
                <a:ea typeface="Arial"/>
                <a:cs typeface="Arial"/>
              </a:defRPr>
            </a:lvl5pPr>
            <a:lvl6pPr>
              <a:defRPr sz="1354" b="0">
                <a:solidFill>
                  <a:srgbClr val="63776F"/>
                </a:solidFill>
                <a:latin typeface="Arial"/>
                <a:ea typeface="Arial"/>
                <a:cs typeface="Arial"/>
              </a:defRPr>
            </a:lvl6pPr>
            <a:lvl7pPr>
              <a:defRPr sz="1354" b="0">
                <a:solidFill>
                  <a:srgbClr val="63776F"/>
                </a:solidFill>
                <a:latin typeface="Arial"/>
                <a:ea typeface="Arial"/>
                <a:cs typeface="Arial"/>
              </a:defRPr>
            </a:lvl7pPr>
            <a:lvl8pPr>
              <a:defRPr sz="1354" b="0">
                <a:solidFill>
                  <a:srgbClr val="63776F"/>
                </a:solidFill>
                <a:latin typeface="Arial"/>
                <a:ea typeface="Arial"/>
                <a:cs typeface="Arial"/>
              </a:defRPr>
            </a:lvl8pPr>
            <a:lvl9pPr>
              <a:defRPr sz="1354" b="0">
                <a:solidFill>
                  <a:srgbClr val="63776F"/>
                </a:solidFill>
                <a:latin typeface="Arial"/>
                <a:ea typeface="Arial"/>
                <a:cs typeface="Arial"/>
              </a:defRPr>
            </a:lvl9pPr>
          </a:lstStyle>
          <a:p xmlns:a="http://schemas.openxmlformats.org/drawingml/2006/main">
            <a:pPr>
              <a:defRPr sz="1354" b="0">
                <a:solidFill>
                  <a:srgbClr val="63776F"/>
                </a:solidFill>
                <a:latin typeface="Arial"/>
                <a:ea typeface="Arial"/>
                <a:cs typeface="Arial"/>
              </a:defRPr>
            </a:pPr>
            <a:r>
              <a:rPr sz="1354" b="0">
                <a:solidFill>
                  <a:srgbClr val="63776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52E507D6-F4EA-4E6D-9C62-75C505AE8D87}"/>
              </a:ext>
            </a:extLst>
          </p:cNvPr>
          <p:cNvSpPr>
            <a:spLocks xmlns:a="http://schemas.openxmlformats.org/drawingml/2006/main" noGrp="1"/>
          </p:cNvSpPr>
          <p:nvPr/>
        </p:nvSpPr>
        <p:spPr>
          <a:xfrm xmlns:a="http://schemas.openxmlformats.org/drawingml/2006/main">
            <a:off x="8620125" y="2278822"/>
            <a:ext cx="2095500" cy="10744"/>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FA7D25A-B5B0-4EF8-A83B-E965AE011CD8}"/>
              </a:ext>
            </a:extLst>
          </p:cNvPr>
          <p:cNvSpPr>
            <a:spLocks xmlns:a="http://schemas.openxmlformats.org/drawingml/2006/main" noGrp="1"/>
          </p:cNvSpPr>
          <p:nvPr/>
        </p:nvSpPr>
        <p:spPr>
          <a:xfrm xmlns:a="http://schemas.openxmlformats.org/drawingml/2006/main">
            <a:off x="8738333" y="2493699"/>
            <a:ext cx="1826846" cy="537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38" b="1">
                <a:solidFill>
                  <a:srgbClr val="103A30"/>
                </a:solidFill>
                <a:latin typeface="Arial"/>
                <a:ea typeface="Arial"/>
                <a:cs typeface="Arial"/>
              </a:defRPr>
            </a:defPPr>
            <a:lvl1pPr>
              <a:defRPr sz="1438" b="1">
                <a:solidFill>
                  <a:srgbClr val="103A30"/>
                </a:solidFill>
                <a:latin typeface="Arial"/>
                <a:ea typeface="Arial"/>
                <a:cs typeface="Arial"/>
              </a:defRPr>
            </a:lvl1pPr>
            <a:lvl2pPr>
              <a:defRPr sz="1438" b="1">
                <a:solidFill>
                  <a:srgbClr val="103A30"/>
                </a:solidFill>
                <a:latin typeface="Arial"/>
                <a:ea typeface="Arial"/>
                <a:cs typeface="Arial"/>
              </a:defRPr>
            </a:lvl2pPr>
            <a:lvl3pPr>
              <a:defRPr sz="1438" b="1">
                <a:solidFill>
                  <a:srgbClr val="103A30"/>
                </a:solidFill>
                <a:latin typeface="Arial"/>
                <a:ea typeface="Arial"/>
                <a:cs typeface="Arial"/>
              </a:defRPr>
            </a:lvl3pPr>
            <a:lvl4pPr>
              <a:defRPr sz="1438" b="1">
                <a:solidFill>
                  <a:srgbClr val="103A30"/>
                </a:solidFill>
                <a:latin typeface="Arial"/>
                <a:ea typeface="Arial"/>
                <a:cs typeface="Arial"/>
              </a:defRPr>
            </a:lvl4pPr>
            <a:lvl5pPr>
              <a:defRPr sz="1438" b="1">
                <a:solidFill>
                  <a:srgbClr val="103A30"/>
                </a:solidFill>
                <a:latin typeface="Arial"/>
                <a:ea typeface="Arial"/>
                <a:cs typeface="Arial"/>
              </a:defRPr>
            </a:lvl5pPr>
            <a:lvl6pPr>
              <a:defRPr sz="1438" b="1">
                <a:solidFill>
                  <a:srgbClr val="103A30"/>
                </a:solidFill>
                <a:latin typeface="Arial"/>
                <a:ea typeface="Arial"/>
                <a:cs typeface="Arial"/>
              </a:defRPr>
            </a:lvl6pPr>
            <a:lvl7pPr>
              <a:defRPr sz="1438" b="1">
                <a:solidFill>
                  <a:srgbClr val="103A30"/>
                </a:solidFill>
                <a:latin typeface="Arial"/>
                <a:ea typeface="Arial"/>
                <a:cs typeface="Arial"/>
              </a:defRPr>
            </a:lvl7pPr>
            <a:lvl8pPr>
              <a:defRPr sz="1438" b="1">
                <a:solidFill>
                  <a:srgbClr val="103A30"/>
                </a:solidFill>
                <a:latin typeface="Arial"/>
                <a:ea typeface="Arial"/>
                <a:cs typeface="Arial"/>
              </a:defRPr>
            </a:lvl8pPr>
            <a:lvl9pPr>
              <a:defRPr sz="1438" b="1">
                <a:solidFill>
                  <a:srgbClr val="103A30"/>
                </a:solidFill>
                <a:latin typeface="Arial"/>
                <a:ea typeface="Arial"/>
                <a:cs typeface="Arial"/>
              </a:defRPr>
            </a:lvl9pPr>
          </a:lstStyle>
          <a:p xmlns:a="http://schemas.openxmlformats.org/drawingml/2006/main">
            <a:pPr>
              <a:defRPr sz="1438" b="1">
                <a:solidFill>
                  <a:srgbClr val="103A30"/>
                </a:solidFill>
                <a:latin typeface="Arial"/>
                <a:ea typeface="Arial"/>
                <a:cs typeface="Arial"/>
              </a:defRPr>
            </a:pPr>
            <a:r>
              <a:rPr sz="1438" b="1">
                <a:solidFill>
                  <a:srgbClr val="103A30"/>
                </a:solidFill>
                <a:latin typeface="Arial"/>
                <a:ea typeface="Arial"/>
                <a:cs typeface="Arial"/>
              </a:rPr>
              <a:t>Жыл сайынғы</a:t>
            </a:r>
          </a:p>
          <a:p xmlns:a="http://schemas.openxmlformats.org/drawingml/2006/main">
            <a:pPr>
              <a:defRPr sz="1438" b="1">
                <a:solidFill>
                  <a:srgbClr val="103A30"/>
                </a:solidFill>
                <a:latin typeface="Arial"/>
                <a:ea typeface="Arial"/>
                <a:cs typeface="Arial"/>
              </a:defRPr>
            </a:pPr>
            <a:r>
              <a:rPr sz="1438" b="1">
                <a:solidFill>
                  <a:srgbClr val="103A30"/>
                </a:solidFill>
                <a:latin typeface="Arial"/>
                <a:ea typeface="Arial"/>
                <a:cs typeface="Arial"/>
              </a:rPr>
              <a:t>демалыс</a:t>
            </a:r>
          </a:p>
        </p:txBody>
      </p:sp>
      <p:sp>
        <p:nvSpPr>
          <p:cNvPr id="22" name="">
            <a:extLst xmlns:a="http://schemas.openxmlformats.org/drawingml/2006/main">
              <a:ext uri="{FF2B5EF4-FFF2-40B4-BE49-F238E27FC236}">
                <a16:creationId xmlns:a16="http://schemas.microsoft.com/office/drawing/2014/main" id="{412D487D-A370-4172-AB88-621DAA801C0D}"/>
              </a:ext>
            </a:extLst>
          </p:cNvPr>
          <p:cNvSpPr>
            <a:spLocks xmlns:a="http://schemas.openxmlformats.org/drawingml/2006/main" noGrp="1"/>
          </p:cNvSpPr>
          <p:nvPr/>
        </p:nvSpPr>
        <p:spPr>
          <a:xfrm xmlns:a="http://schemas.openxmlformats.org/drawingml/2006/main">
            <a:off x="8738333" y="3111470"/>
            <a:ext cx="1826846" cy="4082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3" b="0">
                <a:solidFill>
                  <a:srgbClr val="63776F"/>
                </a:solidFill>
                <a:latin typeface="Arial"/>
                <a:ea typeface="Arial"/>
                <a:cs typeface="Arial"/>
              </a:defRPr>
            </a:defPPr>
            <a:lvl1pPr>
              <a:defRPr sz="973" b="0">
                <a:solidFill>
                  <a:srgbClr val="63776F"/>
                </a:solidFill>
                <a:latin typeface="Arial"/>
                <a:ea typeface="Arial"/>
                <a:cs typeface="Arial"/>
              </a:defRPr>
            </a:lvl1pPr>
            <a:lvl2pPr>
              <a:defRPr sz="973" b="0">
                <a:solidFill>
                  <a:srgbClr val="63776F"/>
                </a:solidFill>
                <a:latin typeface="Arial"/>
                <a:ea typeface="Arial"/>
                <a:cs typeface="Arial"/>
              </a:defRPr>
            </a:lvl2pPr>
            <a:lvl3pPr>
              <a:defRPr sz="973" b="0">
                <a:solidFill>
                  <a:srgbClr val="63776F"/>
                </a:solidFill>
                <a:latin typeface="Arial"/>
                <a:ea typeface="Arial"/>
                <a:cs typeface="Arial"/>
              </a:defRPr>
            </a:lvl3pPr>
            <a:lvl4pPr>
              <a:defRPr sz="973" b="0">
                <a:solidFill>
                  <a:srgbClr val="63776F"/>
                </a:solidFill>
                <a:latin typeface="Arial"/>
                <a:ea typeface="Arial"/>
                <a:cs typeface="Arial"/>
              </a:defRPr>
            </a:lvl4pPr>
            <a:lvl5pPr>
              <a:defRPr sz="973" b="0">
                <a:solidFill>
                  <a:srgbClr val="63776F"/>
                </a:solidFill>
                <a:latin typeface="Arial"/>
                <a:ea typeface="Arial"/>
                <a:cs typeface="Arial"/>
              </a:defRPr>
            </a:lvl5pPr>
            <a:lvl6pPr>
              <a:defRPr sz="973" b="0">
                <a:solidFill>
                  <a:srgbClr val="63776F"/>
                </a:solidFill>
                <a:latin typeface="Arial"/>
                <a:ea typeface="Arial"/>
                <a:cs typeface="Arial"/>
              </a:defRPr>
            </a:lvl6pPr>
            <a:lvl7pPr>
              <a:defRPr sz="973" b="0">
                <a:solidFill>
                  <a:srgbClr val="63776F"/>
                </a:solidFill>
                <a:latin typeface="Arial"/>
                <a:ea typeface="Arial"/>
                <a:cs typeface="Arial"/>
              </a:defRPr>
            </a:lvl7pPr>
            <a:lvl8pPr>
              <a:defRPr sz="973" b="0">
                <a:solidFill>
                  <a:srgbClr val="63776F"/>
                </a:solidFill>
                <a:latin typeface="Arial"/>
                <a:ea typeface="Arial"/>
                <a:cs typeface="Arial"/>
              </a:defRPr>
            </a:lvl8pPr>
            <a:lvl9pPr>
              <a:defRPr sz="973" b="0">
                <a:solidFill>
                  <a:srgbClr val="63776F"/>
                </a:solidFill>
                <a:latin typeface="Arial"/>
                <a:ea typeface="Arial"/>
                <a:cs typeface="Arial"/>
              </a:defRPr>
            </a:lvl9pPr>
          </a:lstStyle>
          <a:p xmlns:a="http://schemas.openxmlformats.org/drawingml/2006/main">
            <a:pPr>
              <a:defRPr sz="973" b="0">
                <a:solidFill>
                  <a:srgbClr val="63776F"/>
                </a:solidFill>
                <a:latin typeface="Arial"/>
                <a:ea typeface="Arial"/>
                <a:cs typeface="Arial"/>
              </a:defRPr>
            </a:pPr>
            <a:r>
              <a:rPr sz="973" b="0">
                <a:solidFill>
                  <a:srgbClr val="63776F"/>
                </a:solidFill>
                <a:latin typeface="Arial"/>
                <a:ea typeface="Arial"/>
                <a:cs typeface="Arial"/>
              </a:rPr>
              <a:t>Айдана Серік</a:t>
            </a:r>
          </a:p>
          <a:p xmlns:a="http://schemas.openxmlformats.org/drawingml/2006/main">
            <a:pPr>
              <a:defRPr sz="973" b="0">
                <a:solidFill>
                  <a:srgbClr val="63776F"/>
                </a:solidFill>
                <a:latin typeface="Arial"/>
                <a:ea typeface="Arial"/>
                <a:cs typeface="Arial"/>
              </a:defRPr>
            </a:pPr>
            <a:r>
              <a:rPr sz="973" b="0">
                <a:solidFill>
                  <a:srgbClr val="63776F"/>
                </a:solidFill>
                <a:latin typeface="Arial"/>
                <a:ea typeface="Arial"/>
                <a:cs typeface="Arial"/>
              </a:rPr>
              <a:t>Операциялық бөлім</a:t>
            </a:r>
          </a:p>
        </p:txBody>
      </p:sp>
      <p:sp>
        <p:nvSpPr>
          <p:cNvPr id="23" name="">
            <a:extLst xmlns:a="http://schemas.openxmlformats.org/drawingml/2006/main">
              <a:ext uri="{FF2B5EF4-FFF2-40B4-BE49-F238E27FC236}">
                <a16:creationId xmlns:a16="http://schemas.microsoft.com/office/drawing/2014/main" id="{510236BD-7C19-443F-AFDC-E0547FD71008}"/>
              </a:ext>
            </a:extLst>
          </p:cNvPr>
          <p:cNvSpPr>
            <a:spLocks xmlns:a="http://schemas.openxmlformats.org/drawingml/2006/main" noGrp="1"/>
          </p:cNvSpPr>
          <p:nvPr/>
        </p:nvSpPr>
        <p:spPr>
          <a:xfrm xmlns:a="http://schemas.openxmlformats.org/drawingml/2006/main">
            <a:off x="8738333" y="3632546"/>
            <a:ext cx="1859085" cy="725209"/>
          </a:xfrm>
          <a:prstGeom xmlns:a="http://schemas.openxmlformats.org/drawingml/2006/main" prst="roundRect">
            <a:avLst>
              <a:gd name="adj" fmla="val 7880"/>
            </a:avLst>
          </a:prstGeom>
          <a:solidFill xmlns:a="http://schemas.openxmlformats.org/drawingml/2006/main">
            <a:srgbClr val="E8F2E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7ACECAB-52B6-4E1E-83E3-649CE5C47F7E}"/>
              </a:ext>
            </a:extLst>
          </p:cNvPr>
          <p:cNvSpPr>
            <a:spLocks xmlns:a="http://schemas.openxmlformats.org/drawingml/2006/main" noGrp="1"/>
          </p:cNvSpPr>
          <p:nvPr/>
        </p:nvSpPr>
        <p:spPr>
          <a:xfrm xmlns:a="http://schemas.openxmlformats.org/drawingml/2006/main">
            <a:off x="8835048" y="3756100"/>
            <a:ext cx="1638788" cy="2417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69" b="1">
                <a:solidFill>
                  <a:srgbClr val="207A5B"/>
                </a:solidFill>
                <a:latin typeface="Arial"/>
                <a:ea typeface="Arial"/>
                <a:cs typeface="Arial"/>
              </a:defRPr>
            </a:defPPr>
            <a:lvl1pPr>
              <a:defRPr sz="1269" b="1">
                <a:solidFill>
                  <a:srgbClr val="207A5B"/>
                </a:solidFill>
                <a:latin typeface="Arial"/>
                <a:ea typeface="Arial"/>
                <a:cs typeface="Arial"/>
              </a:defRPr>
            </a:lvl1pPr>
            <a:lvl2pPr>
              <a:defRPr sz="1269" b="1">
                <a:solidFill>
                  <a:srgbClr val="207A5B"/>
                </a:solidFill>
                <a:latin typeface="Arial"/>
                <a:ea typeface="Arial"/>
                <a:cs typeface="Arial"/>
              </a:defRPr>
            </a:lvl2pPr>
            <a:lvl3pPr>
              <a:defRPr sz="1269" b="1">
                <a:solidFill>
                  <a:srgbClr val="207A5B"/>
                </a:solidFill>
                <a:latin typeface="Arial"/>
                <a:ea typeface="Arial"/>
                <a:cs typeface="Arial"/>
              </a:defRPr>
            </a:lvl3pPr>
            <a:lvl4pPr>
              <a:defRPr sz="1269" b="1">
                <a:solidFill>
                  <a:srgbClr val="207A5B"/>
                </a:solidFill>
                <a:latin typeface="Arial"/>
                <a:ea typeface="Arial"/>
                <a:cs typeface="Arial"/>
              </a:defRPr>
            </a:lvl4pPr>
            <a:lvl5pPr>
              <a:defRPr sz="1269" b="1">
                <a:solidFill>
                  <a:srgbClr val="207A5B"/>
                </a:solidFill>
                <a:latin typeface="Arial"/>
                <a:ea typeface="Arial"/>
                <a:cs typeface="Arial"/>
              </a:defRPr>
            </a:lvl5pPr>
            <a:lvl6pPr>
              <a:defRPr sz="1269" b="1">
                <a:solidFill>
                  <a:srgbClr val="207A5B"/>
                </a:solidFill>
                <a:latin typeface="Arial"/>
                <a:ea typeface="Arial"/>
                <a:cs typeface="Arial"/>
              </a:defRPr>
            </a:lvl6pPr>
            <a:lvl7pPr>
              <a:defRPr sz="1269" b="1">
                <a:solidFill>
                  <a:srgbClr val="207A5B"/>
                </a:solidFill>
                <a:latin typeface="Arial"/>
                <a:ea typeface="Arial"/>
                <a:cs typeface="Arial"/>
              </a:defRPr>
            </a:lvl7pPr>
            <a:lvl8pPr>
              <a:defRPr sz="1269" b="1">
                <a:solidFill>
                  <a:srgbClr val="207A5B"/>
                </a:solidFill>
                <a:latin typeface="Arial"/>
                <a:ea typeface="Arial"/>
                <a:cs typeface="Arial"/>
              </a:defRPr>
            </a:lvl8pPr>
            <a:lvl9pPr>
              <a:defRPr sz="1269" b="1">
                <a:solidFill>
                  <a:srgbClr val="207A5B"/>
                </a:solidFill>
                <a:latin typeface="Arial"/>
                <a:ea typeface="Arial"/>
                <a:cs typeface="Arial"/>
              </a:defRPr>
            </a:lvl9pPr>
          </a:lstStyle>
          <a:p xmlns:a="http://schemas.openxmlformats.org/drawingml/2006/main">
            <a:pPr>
              <a:defRPr sz="1269" b="1">
                <a:solidFill>
                  <a:srgbClr val="207A5B"/>
                </a:solidFill>
                <a:latin typeface="Arial"/>
                <a:ea typeface="Arial"/>
                <a:cs typeface="Arial"/>
              </a:defRPr>
            </a:pPr>
            <a:r>
              <a:rPr sz="1269" b="1">
                <a:solidFill>
                  <a:srgbClr val="207A5B"/>
                </a:solidFill>
                <a:latin typeface="Arial"/>
                <a:ea typeface="Arial"/>
                <a:cs typeface="Arial"/>
              </a:rPr>
              <a:t>Мақұлданды</a:t>
            </a:r>
          </a:p>
        </p:txBody>
      </p:sp>
      <p:sp>
        <p:nvSpPr>
          <p:cNvPr id="25" name="">
            <a:extLst xmlns:a="http://schemas.openxmlformats.org/drawingml/2006/main">
              <a:ext uri="{FF2B5EF4-FFF2-40B4-BE49-F238E27FC236}">
                <a16:creationId xmlns:a16="http://schemas.microsoft.com/office/drawing/2014/main" id="{C38E98D1-26D4-486F-B786-B05FDA6F8BE5}"/>
              </a:ext>
            </a:extLst>
          </p:cNvPr>
          <p:cNvSpPr>
            <a:spLocks xmlns:a="http://schemas.openxmlformats.org/drawingml/2006/main" noGrp="1"/>
          </p:cNvSpPr>
          <p:nvPr/>
        </p:nvSpPr>
        <p:spPr>
          <a:xfrm xmlns:a="http://schemas.openxmlformats.org/drawingml/2006/main">
            <a:off x="8835048" y="4062300"/>
            <a:ext cx="1633415" cy="2578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3" b="0">
                <a:solidFill>
                  <a:srgbClr val="63776F"/>
                </a:solidFill>
                <a:latin typeface="Arial"/>
                <a:ea typeface="Arial"/>
                <a:cs typeface="Arial"/>
              </a:defRPr>
            </a:defPPr>
            <a:lvl1pPr>
              <a:defRPr sz="973" b="0">
                <a:solidFill>
                  <a:srgbClr val="63776F"/>
                </a:solidFill>
                <a:latin typeface="Arial"/>
                <a:ea typeface="Arial"/>
                <a:cs typeface="Arial"/>
              </a:defRPr>
            </a:lvl1pPr>
            <a:lvl2pPr>
              <a:defRPr sz="973" b="0">
                <a:solidFill>
                  <a:srgbClr val="63776F"/>
                </a:solidFill>
                <a:latin typeface="Arial"/>
                <a:ea typeface="Arial"/>
                <a:cs typeface="Arial"/>
              </a:defRPr>
            </a:lvl2pPr>
            <a:lvl3pPr>
              <a:defRPr sz="973" b="0">
                <a:solidFill>
                  <a:srgbClr val="63776F"/>
                </a:solidFill>
                <a:latin typeface="Arial"/>
                <a:ea typeface="Arial"/>
                <a:cs typeface="Arial"/>
              </a:defRPr>
            </a:lvl3pPr>
            <a:lvl4pPr>
              <a:defRPr sz="973" b="0">
                <a:solidFill>
                  <a:srgbClr val="63776F"/>
                </a:solidFill>
                <a:latin typeface="Arial"/>
                <a:ea typeface="Arial"/>
                <a:cs typeface="Arial"/>
              </a:defRPr>
            </a:lvl4pPr>
            <a:lvl5pPr>
              <a:defRPr sz="973" b="0">
                <a:solidFill>
                  <a:srgbClr val="63776F"/>
                </a:solidFill>
                <a:latin typeface="Arial"/>
                <a:ea typeface="Arial"/>
                <a:cs typeface="Arial"/>
              </a:defRPr>
            </a:lvl5pPr>
            <a:lvl6pPr>
              <a:defRPr sz="973" b="0">
                <a:solidFill>
                  <a:srgbClr val="63776F"/>
                </a:solidFill>
                <a:latin typeface="Arial"/>
                <a:ea typeface="Arial"/>
                <a:cs typeface="Arial"/>
              </a:defRPr>
            </a:lvl6pPr>
            <a:lvl7pPr>
              <a:defRPr sz="973" b="0">
                <a:solidFill>
                  <a:srgbClr val="63776F"/>
                </a:solidFill>
                <a:latin typeface="Arial"/>
                <a:ea typeface="Arial"/>
                <a:cs typeface="Arial"/>
              </a:defRPr>
            </a:lvl7pPr>
            <a:lvl8pPr>
              <a:defRPr sz="973" b="0">
                <a:solidFill>
                  <a:srgbClr val="63776F"/>
                </a:solidFill>
                <a:latin typeface="Arial"/>
                <a:ea typeface="Arial"/>
                <a:cs typeface="Arial"/>
              </a:defRPr>
            </a:lvl8pPr>
            <a:lvl9pPr>
              <a:defRPr sz="973" b="0">
                <a:solidFill>
                  <a:srgbClr val="63776F"/>
                </a:solidFill>
                <a:latin typeface="Arial"/>
                <a:ea typeface="Arial"/>
                <a:cs typeface="Arial"/>
              </a:defRPr>
            </a:lvl9pPr>
          </a:lstStyle>
          <a:p xmlns:a="http://schemas.openxmlformats.org/drawingml/2006/main">
            <a:pPr>
              <a:defRPr sz="973" b="0">
                <a:solidFill>
                  <a:srgbClr val="63776F"/>
                </a:solidFill>
                <a:latin typeface="Arial"/>
                <a:ea typeface="Arial"/>
                <a:cs typeface="Arial"/>
              </a:defRPr>
            </a:pPr>
            <a:r>
              <a:rPr sz="973" b="0">
                <a:solidFill>
                  <a:srgbClr val="63776F"/>
                </a:solidFill>
                <a:latin typeface="Arial"/>
                <a:ea typeface="Arial"/>
                <a:cs typeface="Arial"/>
              </a:rPr>
              <a:t>Күндер басшымен келісілді.</a:t>
            </a:r>
          </a:p>
        </p:txBody>
      </p:sp>
      <p:sp>
        <p:nvSpPr>
          <p:cNvPr id="26" name="">
            <a:extLst xmlns:a="http://schemas.openxmlformats.org/drawingml/2006/main">
              <a:ext uri="{FF2B5EF4-FFF2-40B4-BE49-F238E27FC236}">
                <a16:creationId xmlns:a16="http://schemas.microsoft.com/office/drawing/2014/main" id="{CCAB293B-A6B7-4442-B281-D616B8ACA99A}"/>
              </a:ext>
            </a:extLst>
          </p:cNvPr>
          <p:cNvSpPr>
            <a:spLocks xmlns:a="http://schemas.openxmlformats.org/drawingml/2006/main" noGrp="1"/>
          </p:cNvSpPr>
          <p:nvPr/>
        </p:nvSpPr>
        <p:spPr>
          <a:xfrm xmlns:a="http://schemas.openxmlformats.org/drawingml/2006/main">
            <a:off x="8738333" y="4497425"/>
            <a:ext cx="1848338" cy="424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8" b="1">
                <a:solidFill>
                  <a:srgbClr val="103A30"/>
                </a:solidFill>
                <a:latin typeface="Arial"/>
                <a:ea typeface="Arial"/>
                <a:cs typeface="Arial"/>
              </a:defRPr>
            </a:defPPr>
            <a:lvl1pPr>
              <a:defRPr sz="1058" b="1">
                <a:solidFill>
                  <a:srgbClr val="103A30"/>
                </a:solidFill>
                <a:latin typeface="Arial"/>
                <a:ea typeface="Arial"/>
                <a:cs typeface="Arial"/>
              </a:defRPr>
            </a:lvl1pPr>
            <a:lvl2pPr>
              <a:defRPr sz="1058" b="1">
                <a:solidFill>
                  <a:srgbClr val="103A30"/>
                </a:solidFill>
                <a:latin typeface="Arial"/>
                <a:ea typeface="Arial"/>
                <a:cs typeface="Arial"/>
              </a:defRPr>
            </a:lvl2pPr>
            <a:lvl3pPr>
              <a:defRPr sz="1058" b="1">
                <a:solidFill>
                  <a:srgbClr val="103A30"/>
                </a:solidFill>
                <a:latin typeface="Arial"/>
                <a:ea typeface="Arial"/>
                <a:cs typeface="Arial"/>
              </a:defRPr>
            </a:lvl3pPr>
            <a:lvl4pPr>
              <a:defRPr sz="1058" b="1">
                <a:solidFill>
                  <a:srgbClr val="103A30"/>
                </a:solidFill>
                <a:latin typeface="Arial"/>
                <a:ea typeface="Arial"/>
                <a:cs typeface="Arial"/>
              </a:defRPr>
            </a:lvl4pPr>
            <a:lvl5pPr>
              <a:defRPr sz="1058" b="1">
                <a:solidFill>
                  <a:srgbClr val="103A30"/>
                </a:solidFill>
                <a:latin typeface="Arial"/>
                <a:ea typeface="Arial"/>
                <a:cs typeface="Arial"/>
              </a:defRPr>
            </a:lvl5pPr>
            <a:lvl6pPr>
              <a:defRPr sz="1058" b="1">
                <a:solidFill>
                  <a:srgbClr val="103A30"/>
                </a:solidFill>
                <a:latin typeface="Arial"/>
                <a:ea typeface="Arial"/>
                <a:cs typeface="Arial"/>
              </a:defRPr>
            </a:lvl6pPr>
            <a:lvl7pPr>
              <a:defRPr sz="1058" b="1">
                <a:solidFill>
                  <a:srgbClr val="103A30"/>
                </a:solidFill>
                <a:latin typeface="Arial"/>
                <a:ea typeface="Arial"/>
                <a:cs typeface="Arial"/>
              </a:defRPr>
            </a:lvl7pPr>
            <a:lvl8pPr>
              <a:defRPr sz="1058" b="1">
                <a:solidFill>
                  <a:srgbClr val="103A30"/>
                </a:solidFill>
                <a:latin typeface="Arial"/>
                <a:ea typeface="Arial"/>
                <a:cs typeface="Arial"/>
              </a:defRPr>
            </a:lvl8pPr>
            <a:lvl9pPr>
              <a:defRPr sz="1058" b="1">
                <a:solidFill>
                  <a:srgbClr val="103A30"/>
                </a:solidFill>
                <a:latin typeface="Arial"/>
                <a:ea typeface="Arial"/>
                <a:cs typeface="Arial"/>
              </a:defRPr>
            </a:lvl9pPr>
          </a:lstStyle>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Осы өтінім бойынша</a:t>
            </a:r>
          </a:p>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1 күн шегерілді.</a:t>
            </a:r>
          </a:p>
        </p:txBody>
      </p:sp>
      <p:sp>
        <p:nvSpPr>
          <p:cNvPr id="27" name="">
            <a:extLst xmlns:a="http://schemas.openxmlformats.org/drawingml/2006/main">
              <a:ext uri="{FF2B5EF4-FFF2-40B4-BE49-F238E27FC236}">
                <a16:creationId xmlns:a16="http://schemas.microsoft.com/office/drawing/2014/main" id="{6B229603-B772-4701-827D-6057EFC5FA0E}"/>
              </a:ext>
            </a:extLst>
          </p:cNvPr>
          <p:cNvSpPr>
            <a:spLocks xmlns:a="http://schemas.openxmlformats.org/drawingml/2006/main" noGrp="1"/>
          </p:cNvSpPr>
          <p:nvPr/>
        </p:nvSpPr>
        <p:spPr>
          <a:xfrm xmlns:a="http://schemas.openxmlformats.org/drawingml/2006/main">
            <a:off x="8738333" y="5077592"/>
            <a:ext cx="1859085" cy="1009921"/>
          </a:xfrm>
          <a:prstGeom xmlns:a="http://schemas.openxmlformats.org/drawingml/2006/main" prst="roundRect">
            <a:avLst>
              <a:gd name="adj" fmla="val 5659"/>
            </a:avLst>
          </a:prstGeom>
          <a:solidFill xmlns:a="http://schemas.openxmlformats.org/drawingml/2006/main">
            <a:srgbClr val="F4F7F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137FB62-D864-476E-A882-002B6E231515}"/>
              </a:ext>
            </a:extLst>
          </p:cNvPr>
          <p:cNvSpPr>
            <a:spLocks xmlns:a="http://schemas.openxmlformats.org/drawingml/2006/main" noGrp="1"/>
          </p:cNvSpPr>
          <p:nvPr/>
        </p:nvSpPr>
        <p:spPr>
          <a:xfrm xmlns:a="http://schemas.openxmlformats.org/drawingml/2006/main">
            <a:off x="8835048" y="5211890"/>
            <a:ext cx="1665654" cy="746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5" b="0">
                <a:solidFill>
                  <a:srgbClr val="103A30"/>
                </a:solidFill>
                <a:latin typeface="Arial"/>
                <a:ea typeface="Arial"/>
                <a:cs typeface="Arial"/>
              </a:defRPr>
            </a:defPPr>
            <a:lvl1pPr>
              <a:defRPr sz="1015" b="0">
                <a:solidFill>
                  <a:srgbClr val="103A30"/>
                </a:solidFill>
                <a:latin typeface="Arial"/>
                <a:ea typeface="Arial"/>
                <a:cs typeface="Arial"/>
              </a:defRPr>
            </a:lvl1pPr>
            <a:lvl2pPr>
              <a:defRPr sz="1015" b="0">
                <a:solidFill>
                  <a:srgbClr val="103A30"/>
                </a:solidFill>
                <a:latin typeface="Arial"/>
                <a:ea typeface="Arial"/>
                <a:cs typeface="Arial"/>
              </a:defRPr>
            </a:lvl2pPr>
            <a:lvl3pPr>
              <a:defRPr sz="1015" b="0">
                <a:solidFill>
                  <a:srgbClr val="103A30"/>
                </a:solidFill>
                <a:latin typeface="Arial"/>
                <a:ea typeface="Arial"/>
                <a:cs typeface="Arial"/>
              </a:defRPr>
            </a:lvl3pPr>
            <a:lvl4pPr>
              <a:defRPr sz="1015" b="0">
                <a:solidFill>
                  <a:srgbClr val="103A30"/>
                </a:solidFill>
                <a:latin typeface="Arial"/>
                <a:ea typeface="Arial"/>
                <a:cs typeface="Arial"/>
              </a:defRPr>
            </a:lvl4pPr>
            <a:lvl5pPr>
              <a:defRPr sz="1015" b="0">
                <a:solidFill>
                  <a:srgbClr val="103A30"/>
                </a:solidFill>
                <a:latin typeface="Arial"/>
                <a:ea typeface="Arial"/>
                <a:cs typeface="Arial"/>
              </a:defRPr>
            </a:lvl5pPr>
            <a:lvl6pPr>
              <a:defRPr sz="1015" b="0">
                <a:solidFill>
                  <a:srgbClr val="103A30"/>
                </a:solidFill>
                <a:latin typeface="Arial"/>
                <a:ea typeface="Arial"/>
                <a:cs typeface="Arial"/>
              </a:defRPr>
            </a:lvl6pPr>
            <a:lvl7pPr>
              <a:defRPr sz="1015" b="0">
                <a:solidFill>
                  <a:srgbClr val="103A30"/>
                </a:solidFill>
                <a:latin typeface="Arial"/>
                <a:ea typeface="Arial"/>
                <a:cs typeface="Arial"/>
              </a:defRPr>
            </a:lvl7pPr>
            <a:lvl8pPr>
              <a:defRPr sz="1015" b="0">
                <a:solidFill>
                  <a:srgbClr val="103A30"/>
                </a:solidFill>
                <a:latin typeface="Arial"/>
                <a:ea typeface="Arial"/>
                <a:cs typeface="Arial"/>
              </a:defRPr>
            </a:lvl8pPr>
            <a:lvl9pPr>
              <a:defRPr sz="1015" b="0">
                <a:solidFill>
                  <a:srgbClr val="103A30"/>
                </a:solidFill>
                <a:latin typeface="Arial"/>
                <a:ea typeface="Arial"/>
                <a:cs typeface="Arial"/>
              </a:defRPr>
            </a:lvl9pPr>
          </a:lstStyle>
          <a:p xmlns:a="http://schemas.openxmlformats.org/drawingml/2006/main">
            <a:pPr>
              <a:defRPr sz="1015" b="0">
                <a:solidFill>
                  <a:srgbClr val="103A30"/>
                </a:solidFill>
                <a:latin typeface="Arial"/>
                <a:ea typeface="Arial"/>
                <a:cs typeface="Arial"/>
              </a:defRPr>
            </a:pPr>
            <a:r>
              <a:rPr sz="1015" b="0">
                <a:solidFill>
                  <a:srgbClr val="103A30"/>
                </a:solidFill>
                <a:latin typeface="Arial"/>
                <a:ea typeface="Arial"/>
                <a:cs typeface="Arial"/>
              </a:rPr>
              <a:t>Басталуы: 01.02.2027</a:t>
            </a:r>
          </a:p>
          <a:p xmlns:a="http://schemas.openxmlformats.org/drawingml/2006/main">
            <a:pPr>
              <a:defRPr sz="1015" b="0">
                <a:solidFill>
                  <a:srgbClr val="103A30"/>
                </a:solidFill>
                <a:latin typeface="Arial"/>
                <a:ea typeface="Arial"/>
                <a:cs typeface="Arial"/>
              </a:defRPr>
            </a:pPr>
            <a:r>
              <a:rPr sz="1015" b="0">
                <a:solidFill>
                  <a:srgbClr val="103A30"/>
                </a:solidFill>
                <a:latin typeface="Arial"/>
                <a:ea typeface="Arial"/>
                <a:cs typeface="Arial"/>
              </a:rPr>
              <a:t>Аяқталуы: 01.02.2027</a:t>
            </a:r>
          </a:p>
          <a:p xmlns:a="http://schemas.openxmlformats.org/drawingml/2006/main">
            <a:pPr>
              <a:defRPr sz="1015" b="0">
                <a:solidFill>
                  <a:srgbClr val="103A30"/>
                </a:solidFill>
                <a:latin typeface="Arial"/>
                <a:ea typeface="Arial"/>
                <a:cs typeface="Arial"/>
              </a:defRPr>
            </a:pPr>
            <a:r>
              <a:rPr sz="1015" b="0">
                <a:solidFill>
                  <a:srgbClr val="103A30"/>
                </a:solidFill>
                <a:latin typeface="Arial"/>
                <a:ea typeface="Arial"/>
                <a:cs typeface="Arial"/>
              </a:rPr>
              <a:t>Ұзақтығы: 1 күн</a:t>
            </a:r>
          </a:p>
        </p:txBody>
      </p:sp>
      <p:sp>
        <p:nvSpPr>
          <p:cNvPr id="29" name="">
            <a:extLst xmlns:a="http://schemas.openxmlformats.org/drawingml/2006/main">
              <a:ext uri="{FF2B5EF4-FFF2-40B4-BE49-F238E27FC236}">
                <a16:creationId xmlns:a16="http://schemas.microsoft.com/office/drawing/2014/main" id="{A66D9E42-5777-4FB2-9EC4-641F1D6F5B39}"/>
              </a:ext>
            </a:extLst>
          </p:cNvPr>
          <p:cNvSpPr>
            <a:spLocks xmlns:a="http://schemas.openxmlformats.org/drawingml/2006/main" noGrp="1"/>
          </p:cNvSpPr>
          <p:nvPr/>
        </p:nvSpPr>
        <p:spPr>
          <a:xfrm xmlns:a="http://schemas.openxmlformats.org/drawingml/2006/main">
            <a:off x="8562975" y="6534150"/>
            <a:ext cx="295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63776F"/>
                </a:solidFill>
                <a:latin typeface="Arial"/>
                <a:ea typeface="Arial"/>
                <a:cs typeface="Arial"/>
              </a:defRPr>
            </a:defPPr>
            <a:lvl1pPr>
              <a:defRPr sz="975" b="0">
                <a:solidFill>
                  <a:srgbClr val="63776F"/>
                </a:solidFill>
                <a:latin typeface="Arial"/>
                <a:ea typeface="Arial"/>
                <a:cs typeface="Arial"/>
              </a:defRPr>
            </a:lvl1pPr>
            <a:lvl2pPr>
              <a:defRPr sz="975" b="0">
                <a:solidFill>
                  <a:srgbClr val="63776F"/>
                </a:solidFill>
                <a:latin typeface="Arial"/>
                <a:ea typeface="Arial"/>
                <a:cs typeface="Arial"/>
              </a:defRPr>
            </a:lvl2pPr>
            <a:lvl3pPr>
              <a:defRPr sz="975" b="0">
                <a:solidFill>
                  <a:srgbClr val="63776F"/>
                </a:solidFill>
                <a:latin typeface="Arial"/>
                <a:ea typeface="Arial"/>
                <a:cs typeface="Arial"/>
              </a:defRPr>
            </a:lvl3pPr>
            <a:lvl4pPr>
              <a:defRPr sz="975" b="0">
                <a:solidFill>
                  <a:srgbClr val="63776F"/>
                </a:solidFill>
                <a:latin typeface="Arial"/>
                <a:ea typeface="Arial"/>
                <a:cs typeface="Arial"/>
              </a:defRPr>
            </a:lvl4pPr>
            <a:lvl5pPr>
              <a:defRPr sz="975" b="0">
                <a:solidFill>
                  <a:srgbClr val="63776F"/>
                </a:solidFill>
                <a:latin typeface="Arial"/>
                <a:ea typeface="Arial"/>
                <a:cs typeface="Arial"/>
              </a:defRPr>
            </a:lvl5pPr>
            <a:lvl6pPr>
              <a:defRPr sz="975" b="0">
                <a:solidFill>
                  <a:srgbClr val="63776F"/>
                </a:solidFill>
                <a:latin typeface="Arial"/>
                <a:ea typeface="Arial"/>
                <a:cs typeface="Arial"/>
              </a:defRPr>
            </a:lvl6pPr>
            <a:lvl7pPr>
              <a:defRPr sz="975" b="0">
                <a:solidFill>
                  <a:srgbClr val="63776F"/>
                </a:solidFill>
                <a:latin typeface="Arial"/>
                <a:ea typeface="Arial"/>
                <a:cs typeface="Arial"/>
              </a:defRPr>
            </a:lvl7pPr>
            <a:lvl8pPr>
              <a:defRPr sz="975" b="0">
                <a:solidFill>
                  <a:srgbClr val="63776F"/>
                </a:solidFill>
                <a:latin typeface="Arial"/>
                <a:ea typeface="Arial"/>
                <a:cs typeface="Arial"/>
              </a:defRPr>
            </a:lvl8pPr>
            <a:lvl9pPr>
              <a:defRPr sz="975" b="0">
                <a:solidFill>
                  <a:srgbClr val="63776F"/>
                </a:solidFill>
                <a:latin typeface="Arial"/>
                <a:ea typeface="Arial"/>
                <a:cs typeface="Arial"/>
              </a:defRPr>
            </a:lvl9pPr>
          </a:lstStyle>
          <a:p xmlns:a="http://schemas.openxmlformats.org/drawingml/2006/main">
            <a:pPr>
              <a:defRPr sz="975" b="0">
                <a:solidFill>
                  <a:srgbClr val="63776F"/>
                </a:solidFill>
                <a:latin typeface="Arial"/>
                <a:ea typeface="Arial"/>
                <a:cs typeface="Arial"/>
              </a:defRPr>
            </a:pPr>
            <a:r>
              <a:rPr sz="975" b="0">
                <a:solidFill>
                  <a:srgbClr val="63776F"/>
                </a:solidFill>
                <a:latin typeface="Arial"/>
                <a:ea typeface="Arial"/>
                <a:cs typeface="Arial"/>
              </a:rPr>
              <a:t>Интерфейстің қазақша макеті</a:t>
            </a:r>
          </a:p>
        </p:txBody>
      </p:sp>
    </p:spTree>
    <p:extLst>
      <p:ext uri="{BB962C8B-B14F-4D97-AF65-F5344CB8AC3E}">
        <p14:creationId xmlns:p14="http://schemas.microsoft.com/office/powerpoint/2010/main" val="2136043354"/>
      </p:ext>
    </p:extLst>
  </p:cSld>
</p:sld>
</file>

<file path=ppt/slides/slide5.xml><?xml version="1.0" encoding="utf-8"?>
<p:sld xmlns:p="http://schemas.openxmlformats.org/presentationml/2006/main">
  <p:cSld>
    <p:bg>
      <p:bgPr>
        <a:solidFill xmlns:a="http://schemas.openxmlformats.org/drawingml/2006/main">
          <a:srgbClr val="103A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CB0D4B2-BBA0-471B-B6A6-28FC71EDC98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B8CBC4"/>
                </a:solidFill>
                <a:latin typeface="Arial"/>
                <a:ea typeface="Arial"/>
                <a:cs typeface="Arial"/>
              </a:defRPr>
            </a:defPPr>
            <a:lvl1pPr>
              <a:defRPr sz="1350" b="0">
                <a:solidFill>
                  <a:srgbClr val="B8CBC4"/>
                </a:solidFill>
                <a:latin typeface="Arial"/>
                <a:ea typeface="Arial"/>
                <a:cs typeface="Arial"/>
              </a:defRPr>
            </a:lvl1pPr>
            <a:lvl2pPr>
              <a:defRPr sz="1350" b="0">
                <a:solidFill>
                  <a:srgbClr val="B8CBC4"/>
                </a:solidFill>
                <a:latin typeface="Arial"/>
                <a:ea typeface="Arial"/>
                <a:cs typeface="Arial"/>
              </a:defRPr>
            </a:lvl2pPr>
            <a:lvl3pPr>
              <a:defRPr sz="1350" b="0">
                <a:solidFill>
                  <a:srgbClr val="B8CBC4"/>
                </a:solidFill>
                <a:latin typeface="Arial"/>
                <a:ea typeface="Arial"/>
                <a:cs typeface="Arial"/>
              </a:defRPr>
            </a:lvl3pPr>
            <a:lvl4pPr>
              <a:defRPr sz="1350" b="0">
                <a:solidFill>
                  <a:srgbClr val="B8CBC4"/>
                </a:solidFill>
                <a:latin typeface="Arial"/>
                <a:ea typeface="Arial"/>
                <a:cs typeface="Arial"/>
              </a:defRPr>
            </a:lvl4pPr>
            <a:lvl5pPr>
              <a:defRPr sz="1350" b="0">
                <a:solidFill>
                  <a:srgbClr val="B8CBC4"/>
                </a:solidFill>
                <a:latin typeface="Arial"/>
                <a:ea typeface="Arial"/>
                <a:cs typeface="Arial"/>
              </a:defRPr>
            </a:lvl5pPr>
            <a:lvl6pPr>
              <a:defRPr sz="1350" b="0">
                <a:solidFill>
                  <a:srgbClr val="B8CBC4"/>
                </a:solidFill>
                <a:latin typeface="Arial"/>
                <a:ea typeface="Arial"/>
                <a:cs typeface="Arial"/>
              </a:defRPr>
            </a:lvl6pPr>
            <a:lvl7pPr>
              <a:defRPr sz="1350" b="0">
                <a:solidFill>
                  <a:srgbClr val="B8CBC4"/>
                </a:solidFill>
                <a:latin typeface="Arial"/>
                <a:ea typeface="Arial"/>
                <a:cs typeface="Arial"/>
              </a:defRPr>
            </a:lvl7pPr>
            <a:lvl8pPr>
              <a:defRPr sz="1350" b="0">
                <a:solidFill>
                  <a:srgbClr val="B8CBC4"/>
                </a:solidFill>
                <a:latin typeface="Arial"/>
                <a:ea typeface="Arial"/>
                <a:cs typeface="Arial"/>
              </a:defRPr>
            </a:lvl8pPr>
            <a:lvl9pPr>
              <a:defRPr sz="1350" b="0">
                <a:solidFill>
                  <a:srgbClr val="B8CBC4"/>
                </a:solidFill>
                <a:latin typeface="Arial"/>
                <a:ea typeface="Arial"/>
                <a:cs typeface="Arial"/>
              </a:defRPr>
            </a:lvl9pPr>
          </a:lstStyle>
          <a:p xmlns:a="http://schemas.openxmlformats.org/drawingml/2006/main">
            <a:pPr>
              <a:defRPr sz="1350" b="0">
                <a:solidFill>
                  <a:srgbClr val="B8CBC4"/>
                </a:solidFill>
                <a:latin typeface="Arial"/>
                <a:ea typeface="Arial"/>
                <a:cs typeface="Arial"/>
              </a:defRPr>
            </a:pPr>
            <a:r>
              <a:rPr sz="1350" b="0">
                <a:solidFill>
                  <a:srgbClr val="B8CBC4"/>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462B639-FA90-4945-AA8F-FB402CA75B78}"/>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3F4ED"/>
                </a:solidFill>
                <a:latin typeface="Arial"/>
                <a:ea typeface="Arial"/>
                <a:cs typeface="Arial"/>
              </a:defRPr>
            </a:defPPr>
            <a:lvl1pPr>
              <a:defRPr sz="3600" b="1">
                <a:solidFill>
                  <a:srgbClr val="F3F4ED"/>
                </a:solidFill>
                <a:latin typeface="Arial"/>
                <a:ea typeface="Arial"/>
                <a:cs typeface="Arial"/>
              </a:defRPr>
            </a:lvl1pPr>
            <a:lvl2pPr>
              <a:defRPr sz="3600" b="1">
                <a:solidFill>
                  <a:srgbClr val="F3F4ED"/>
                </a:solidFill>
                <a:latin typeface="Arial"/>
                <a:ea typeface="Arial"/>
                <a:cs typeface="Arial"/>
              </a:defRPr>
            </a:lvl2pPr>
            <a:lvl3pPr>
              <a:defRPr sz="3600" b="1">
                <a:solidFill>
                  <a:srgbClr val="F3F4ED"/>
                </a:solidFill>
                <a:latin typeface="Arial"/>
                <a:ea typeface="Arial"/>
                <a:cs typeface="Arial"/>
              </a:defRPr>
            </a:lvl3pPr>
            <a:lvl4pPr>
              <a:defRPr sz="3600" b="1">
                <a:solidFill>
                  <a:srgbClr val="F3F4ED"/>
                </a:solidFill>
                <a:latin typeface="Arial"/>
                <a:ea typeface="Arial"/>
                <a:cs typeface="Arial"/>
              </a:defRPr>
            </a:lvl4pPr>
            <a:lvl5pPr>
              <a:defRPr sz="3600" b="1">
                <a:solidFill>
                  <a:srgbClr val="F3F4ED"/>
                </a:solidFill>
                <a:latin typeface="Arial"/>
                <a:ea typeface="Arial"/>
                <a:cs typeface="Arial"/>
              </a:defRPr>
            </a:lvl5pPr>
            <a:lvl6pPr>
              <a:defRPr sz="3600" b="1">
                <a:solidFill>
                  <a:srgbClr val="F3F4ED"/>
                </a:solidFill>
                <a:latin typeface="Arial"/>
                <a:ea typeface="Arial"/>
                <a:cs typeface="Arial"/>
              </a:defRPr>
            </a:lvl6pPr>
            <a:lvl7pPr>
              <a:defRPr sz="3600" b="1">
                <a:solidFill>
                  <a:srgbClr val="F3F4ED"/>
                </a:solidFill>
                <a:latin typeface="Arial"/>
                <a:ea typeface="Arial"/>
                <a:cs typeface="Arial"/>
              </a:defRPr>
            </a:lvl7pPr>
            <a:lvl8pPr>
              <a:defRPr sz="3600" b="1">
                <a:solidFill>
                  <a:srgbClr val="F3F4ED"/>
                </a:solidFill>
                <a:latin typeface="Arial"/>
                <a:ea typeface="Arial"/>
                <a:cs typeface="Arial"/>
              </a:defRPr>
            </a:lvl8pPr>
            <a:lvl9pPr>
              <a:defRPr sz="3600" b="1">
                <a:solidFill>
                  <a:srgbClr val="F3F4ED"/>
                </a:solidFill>
                <a:latin typeface="Arial"/>
                <a:ea typeface="Arial"/>
                <a:cs typeface="Arial"/>
              </a:defRPr>
            </a:lvl9pPr>
          </a:lstStyle>
          <a:p xmlns:a="http://schemas.openxmlformats.org/drawingml/2006/main">
            <a:pPr>
              <a:defRPr sz="3600" b="1">
                <a:solidFill>
                  <a:srgbClr val="F3F4ED"/>
                </a:solidFill>
                <a:latin typeface="Arial"/>
                <a:ea typeface="Arial"/>
                <a:cs typeface="Arial"/>
              </a:defRPr>
            </a:pPr>
            <a:r>
              <a:rPr sz="3600" b="1">
                <a:solidFill>
                  <a:srgbClr val="F3F4ED"/>
                </a:solidFill>
                <a:latin typeface="Arial"/>
                <a:ea typeface="Arial"/>
                <a:cs typeface="Arial"/>
              </a:rPr>
              <a:t>Оқу расталған</a:t>
            </a:r>
          </a:p>
          <a:p xmlns:a="http://schemas.openxmlformats.org/drawingml/2006/main">
            <a:pPr>
              <a:defRPr sz="3600" b="1">
                <a:solidFill>
                  <a:srgbClr val="F3F4ED"/>
                </a:solidFill>
                <a:latin typeface="Arial"/>
                <a:ea typeface="Arial"/>
                <a:cs typeface="Arial"/>
              </a:defRPr>
            </a:pPr>
            <a:r>
              <a:rPr sz="3600" b="1">
                <a:solidFill>
                  <a:srgbClr val="F3F4ED"/>
                </a:solidFill>
                <a:latin typeface="Arial"/>
                <a:ea typeface="Arial"/>
                <a:cs typeface="Arial"/>
              </a:rPr>
              <a:t>нәтижемен аяқталады.</a:t>
            </a:r>
          </a:p>
        </p:txBody>
      </p:sp>
      <p:sp>
        <p:nvSpPr>
          <p:cNvPr id="4" name="">
            <a:extLst xmlns:a="http://schemas.openxmlformats.org/drawingml/2006/main">
              <a:ext uri="{FF2B5EF4-FFF2-40B4-BE49-F238E27FC236}">
                <a16:creationId xmlns:a16="http://schemas.microsoft.com/office/drawing/2014/main" id="{E20D46D5-F7C0-4C4C-B0B6-C8BA2C369D0D}"/>
              </a:ext>
            </a:extLst>
          </p:cNvPr>
          <p:cNvSpPr>
            <a:spLocks xmlns:a="http://schemas.openxmlformats.org/drawingml/2006/main" noGrp="1"/>
          </p:cNvSpPr>
          <p:nvPr/>
        </p:nvSpPr>
        <p:spPr>
          <a:xfrm xmlns:a="http://schemas.openxmlformats.org/drawingml/2006/main">
            <a:off x="609600" y="2143125"/>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00" b="1">
                <a:solidFill>
                  <a:srgbClr val="D5F579"/>
                </a:solidFill>
                <a:latin typeface="Arial"/>
                <a:ea typeface="Arial"/>
                <a:cs typeface="Arial"/>
              </a:defRPr>
            </a:defPPr>
            <a:lvl1pPr>
              <a:defRPr sz="8400" b="1">
                <a:solidFill>
                  <a:srgbClr val="D5F579"/>
                </a:solidFill>
                <a:latin typeface="Arial"/>
                <a:ea typeface="Arial"/>
                <a:cs typeface="Arial"/>
              </a:defRPr>
            </a:lvl1pPr>
            <a:lvl2pPr>
              <a:defRPr sz="8400" b="1">
                <a:solidFill>
                  <a:srgbClr val="D5F579"/>
                </a:solidFill>
                <a:latin typeface="Arial"/>
                <a:ea typeface="Arial"/>
                <a:cs typeface="Arial"/>
              </a:defRPr>
            </a:lvl2pPr>
            <a:lvl3pPr>
              <a:defRPr sz="8400" b="1">
                <a:solidFill>
                  <a:srgbClr val="D5F579"/>
                </a:solidFill>
                <a:latin typeface="Arial"/>
                <a:ea typeface="Arial"/>
                <a:cs typeface="Arial"/>
              </a:defRPr>
            </a:lvl3pPr>
            <a:lvl4pPr>
              <a:defRPr sz="8400" b="1">
                <a:solidFill>
                  <a:srgbClr val="D5F579"/>
                </a:solidFill>
                <a:latin typeface="Arial"/>
                <a:ea typeface="Arial"/>
                <a:cs typeface="Arial"/>
              </a:defRPr>
            </a:lvl4pPr>
            <a:lvl5pPr>
              <a:defRPr sz="8400" b="1">
                <a:solidFill>
                  <a:srgbClr val="D5F579"/>
                </a:solidFill>
                <a:latin typeface="Arial"/>
                <a:ea typeface="Arial"/>
                <a:cs typeface="Arial"/>
              </a:defRPr>
            </a:lvl5pPr>
            <a:lvl6pPr>
              <a:defRPr sz="8400" b="1">
                <a:solidFill>
                  <a:srgbClr val="D5F579"/>
                </a:solidFill>
                <a:latin typeface="Arial"/>
                <a:ea typeface="Arial"/>
                <a:cs typeface="Arial"/>
              </a:defRPr>
            </a:lvl6pPr>
            <a:lvl7pPr>
              <a:defRPr sz="8400" b="1">
                <a:solidFill>
                  <a:srgbClr val="D5F579"/>
                </a:solidFill>
                <a:latin typeface="Arial"/>
                <a:ea typeface="Arial"/>
                <a:cs typeface="Arial"/>
              </a:defRPr>
            </a:lvl7pPr>
            <a:lvl8pPr>
              <a:defRPr sz="8400" b="1">
                <a:solidFill>
                  <a:srgbClr val="D5F579"/>
                </a:solidFill>
                <a:latin typeface="Arial"/>
                <a:ea typeface="Arial"/>
                <a:cs typeface="Arial"/>
              </a:defRPr>
            </a:lvl8pPr>
            <a:lvl9pPr>
              <a:defRPr sz="8400" b="1">
                <a:solidFill>
                  <a:srgbClr val="D5F579"/>
                </a:solidFill>
                <a:latin typeface="Arial"/>
                <a:ea typeface="Arial"/>
                <a:cs typeface="Arial"/>
              </a:defRPr>
            </a:lvl9pPr>
          </a:lstStyle>
          <a:p xmlns:a="http://schemas.openxmlformats.org/drawingml/2006/main">
            <a:pPr>
              <a:defRPr sz="8400" b="1">
                <a:solidFill>
                  <a:srgbClr val="D5F579"/>
                </a:solidFill>
                <a:latin typeface="Arial"/>
                <a:ea typeface="Arial"/>
                <a:cs typeface="Arial"/>
              </a:defRPr>
            </a:pPr>
            <a:r>
              <a:rPr sz="8400" b="1">
                <a:solidFill>
                  <a:srgbClr val="D5F579"/>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0B3C448E-83A3-42BB-9887-86A6EEE1C9B2}"/>
              </a:ext>
            </a:extLst>
          </p:cNvPr>
          <p:cNvSpPr>
            <a:spLocks xmlns:a="http://schemas.openxmlformats.org/drawingml/2006/main" noGrp="1"/>
          </p:cNvSpPr>
          <p:nvPr/>
        </p:nvSpPr>
        <p:spPr>
          <a:xfrm xmlns:a="http://schemas.openxmlformats.org/drawingml/2006/main">
            <a:off x="657225" y="346710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3F4ED"/>
                </a:solidFill>
                <a:latin typeface="Arial"/>
                <a:ea typeface="Arial"/>
                <a:cs typeface="Arial"/>
              </a:defRPr>
            </a:defPPr>
            <a:lvl1pPr>
              <a:defRPr sz="2175" b="0">
                <a:solidFill>
                  <a:srgbClr val="F3F4ED"/>
                </a:solidFill>
                <a:latin typeface="Arial"/>
                <a:ea typeface="Arial"/>
                <a:cs typeface="Arial"/>
              </a:defRPr>
            </a:lvl1pPr>
            <a:lvl2pPr>
              <a:defRPr sz="2175" b="0">
                <a:solidFill>
                  <a:srgbClr val="F3F4ED"/>
                </a:solidFill>
                <a:latin typeface="Arial"/>
                <a:ea typeface="Arial"/>
                <a:cs typeface="Arial"/>
              </a:defRPr>
            </a:lvl2pPr>
            <a:lvl3pPr>
              <a:defRPr sz="2175" b="0">
                <a:solidFill>
                  <a:srgbClr val="F3F4ED"/>
                </a:solidFill>
                <a:latin typeface="Arial"/>
                <a:ea typeface="Arial"/>
                <a:cs typeface="Arial"/>
              </a:defRPr>
            </a:lvl3pPr>
            <a:lvl4pPr>
              <a:defRPr sz="2175" b="0">
                <a:solidFill>
                  <a:srgbClr val="F3F4ED"/>
                </a:solidFill>
                <a:latin typeface="Arial"/>
                <a:ea typeface="Arial"/>
                <a:cs typeface="Arial"/>
              </a:defRPr>
            </a:lvl4pPr>
            <a:lvl5pPr>
              <a:defRPr sz="2175" b="0">
                <a:solidFill>
                  <a:srgbClr val="F3F4ED"/>
                </a:solidFill>
                <a:latin typeface="Arial"/>
                <a:ea typeface="Arial"/>
                <a:cs typeface="Arial"/>
              </a:defRPr>
            </a:lvl5pPr>
            <a:lvl6pPr>
              <a:defRPr sz="2175" b="0">
                <a:solidFill>
                  <a:srgbClr val="F3F4ED"/>
                </a:solidFill>
                <a:latin typeface="Arial"/>
                <a:ea typeface="Arial"/>
                <a:cs typeface="Arial"/>
              </a:defRPr>
            </a:lvl6pPr>
            <a:lvl7pPr>
              <a:defRPr sz="2175" b="0">
                <a:solidFill>
                  <a:srgbClr val="F3F4ED"/>
                </a:solidFill>
                <a:latin typeface="Arial"/>
                <a:ea typeface="Arial"/>
                <a:cs typeface="Arial"/>
              </a:defRPr>
            </a:lvl7pPr>
            <a:lvl8pPr>
              <a:defRPr sz="2175" b="0">
                <a:solidFill>
                  <a:srgbClr val="F3F4ED"/>
                </a:solidFill>
                <a:latin typeface="Arial"/>
                <a:ea typeface="Arial"/>
                <a:cs typeface="Arial"/>
              </a:defRPr>
            </a:lvl8pPr>
            <a:lvl9pPr>
              <a:defRPr sz="2175" b="0">
                <a:solidFill>
                  <a:srgbClr val="F3F4ED"/>
                </a:solidFill>
                <a:latin typeface="Arial"/>
                <a:ea typeface="Arial"/>
                <a:cs typeface="Arial"/>
              </a:defRPr>
            </a:lvl9pPr>
          </a:lstStyle>
          <a:p xmlns:a="http://schemas.openxmlformats.org/drawingml/2006/main">
            <a:pPr>
              <a:defRPr sz="2175" b="0">
                <a:solidFill>
                  <a:srgbClr val="F3F4ED"/>
                </a:solidFill>
                <a:latin typeface="Arial"/>
                <a:ea typeface="Arial"/>
                <a:cs typeface="Arial"/>
              </a:defRPr>
            </a:pPr>
            <a:r>
              <a:rPr sz="2175" b="0">
                <a:solidFill>
                  <a:srgbClr val="F3F4ED"/>
                </a:solidFill>
                <a:latin typeface="Arial"/>
                <a:ea typeface="Arial"/>
                <a:cs typeface="Arial"/>
              </a:rPr>
              <a:t>тағайындалған курс</a:t>
            </a:r>
          </a:p>
          <a:p xmlns:a="http://schemas.openxmlformats.org/drawingml/2006/main">
            <a:pPr>
              <a:defRPr sz="2175" b="0">
                <a:solidFill>
                  <a:srgbClr val="F3F4ED"/>
                </a:solidFill>
                <a:latin typeface="Arial"/>
                <a:ea typeface="Arial"/>
                <a:cs typeface="Arial"/>
              </a:defRPr>
            </a:pPr>
            <a:r>
              <a:rPr sz="2175" b="0">
                <a:solidFill>
                  <a:srgbClr val="F3F4ED"/>
                </a:solidFill>
                <a:latin typeface="Arial"/>
                <a:ea typeface="Arial"/>
                <a:cs typeface="Arial"/>
              </a:rPr>
              <a:t>сынақ деректерінде</a:t>
            </a:r>
          </a:p>
        </p:txBody>
      </p:sp>
      <p:sp>
        <p:nvSpPr>
          <p:cNvPr id="6" name="">
            <a:extLst xmlns:a="http://schemas.openxmlformats.org/drawingml/2006/main">
              <a:ext uri="{FF2B5EF4-FFF2-40B4-BE49-F238E27FC236}">
                <a16:creationId xmlns:a16="http://schemas.microsoft.com/office/drawing/2014/main" id="{73835177-7377-4C6D-818D-7338DEA67F41}"/>
              </a:ext>
            </a:extLst>
          </p:cNvPr>
          <p:cNvSpPr>
            <a:spLocks xmlns:a="http://schemas.openxmlformats.org/drawingml/2006/main" noGrp="1"/>
          </p:cNvSpPr>
          <p:nvPr/>
        </p:nvSpPr>
        <p:spPr>
          <a:xfrm xmlns:a="http://schemas.openxmlformats.org/drawingml/2006/main">
            <a:off x="657225" y="4562475"/>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F3F4ED"/>
                </a:solidFill>
                <a:latin typeface="Arial"/>
                <a:ea typeface="Arial"/>
                <a:cs typeface="Arial"/>
              </a:defRPr>
            </a:defPPr>
            <a:lvl1pPr>
              <a:defRPr sz="2025" b="0">
                <a:solidFill>
                  <a:srgbClr val="F3F4ED"/>
                </a:solidFill>
                <a:latin typeface="Arial"/>
                <a:ea typeface="Arial"/>
                <a:cs typeface="Arial"/>
              </a:defRPr>
            </a:lvl1pPr>
            <a:lvl2pPr>
              <a:defRPr sz="2025" b="0">
                <a:solidFill>
                  <a:srgbClr val="F3F4ED"/>
                </a:solidFill>
                <a:latin typeface="Arial"/>
                <a:ea typeface="Arial"/>
                <a:cs typeface="Arial"/>
              </a:defRPr>
            </a:lvl2pPr>
            <a:lvl3pPr>
              <a:defRPr sz="2025" b="0">
                <a:solidFill>
                  <a:srgbClr val="F3F4ED"/>
                </a:solidFill>
                <a:latin typeface="Arial"/>
                <a:ea typeface="Arial"/>
                <a:cs typeface="Arial"/>
              </a:defRPr>
            </a:lvl3pPr>
            <a:lvl4pPr>
              <a:defRPr sz="2025" b="0">
                <a:solidFill>
                  <a:srgbClr val="F3F4ED"/>
                </a:solidFill>
                <a:latin typeface="Arial"/>
                <a:ea typeface="Arial"/>
                <a:cs typeface="Arial"/>
              </a:defRPr>
            </a:lvl4pPr>
            <a:lvl5pPr>
              <a:defRPr sz="2025" b="0">
                <a:solidFill>
                  <a:srgbClr val="F3F4ED"/>
                </a:solidFill>
                <a:latin typeface="Arial"/>
                <a:ea typeface="Arial"/>
                <a:cs typeface="Arial"/>
              </a:defRPr>
            </a:lvl5pPr>
            <a:lvl6pPr>
              <a:defRPr sz="2025" b="0">
                <a:solidFill>
                  <a:srgbClr val="F3F4ED"/>
                </a:solidFill>
                <a:latin typeface="Arial"/>
                <a:ea typeface="Arial"/>
                <a:cs typeface="Arial"/>
              </a:defRPr>
            </a:lvl6pPr>
            <a:lvl7pPr>
              <a:defRPr sz="2025" b="0">
                <a:solidFill>
                  <a:srgbClr val="F3F4ED"/>
                </a:solidFill>
                <a:latin typeface="Arial"/>
                <a:ea typeface="Arial"/>
                <a:cs typeface="Arial"/>
              </a:defRPr>
            </a:lvl7pPr>
            <a:lvl8pPr>
              <a:defRPr sz="2025" b="0">
                <a:solidFill>
                  <a:srgbClr val="F3F4ED"/>
                </a:solidFill>
                <a:latin typeface="Arial"/>
                <a:ea typeface="Arial"/>
                <a:cs typeface="Arial"/>
              </a:defRPr>
            </a:lvl8pPr>
            <a:lvl9pPr>
              <a:defRPr sz="2025" b="0">
                <a:solidFill>
                  <a:srgbClr val="F3F4ED"/>
                </a:solidFill>
                <a:latin typeface="Arial"/>
                <a:ea typeface="Arial"/>
                <a:cs typeface="Arial"/>
              </a:defRPr>
            </a:lvl9pPr>
          </a:lstStyle>
          <a:p xmlns:a="http://schemas.openxmlformats.org/drawingml/2006/main">
            <a:pPr>
              <a:defRPr sz="2025" b="0">
                <a:solidFill>
                  <a:srgbClr val="F3F4ED"/>
                </a:solidFill>
                <a:latin typeface="Arial"/>
                <a:ea typeface="Arial"/>
                <a:cs typeface="Arial"/>
              </a:defRPr>
            </a:pPr>
            <a:r>
              <a:rPr sz="2025" b="0">
                <a:solidFill>
                  <a:srgbClr val="F3F4ED"/>
                </a:solidFill>
                <a:latin typeface="Arial"/>
                <a:ea typeface="Arial"/>
                <a:cs typeface="Arial"/>
              </a:rPr>
              <a:t>Материалдар, тест, талпыныстар, прогресс.</a:t>
            </a:r>
          </a:p>
        </p:txBody>
      </p:sp>
      <p:sp>
        <p:nvSpPr>
          <p:cNvPr id="7" name="">
            <a:extLst xmlns:a="http://schemas.openxmlformats.org/drawingml/2006/main">
              <a:ext uri="{FF2B5EF4-FFF2-40B4-BE49-F238E27FC236}">
                <a16:creationId xmlns:a16="http://schemas.microsoft.com/office/drawing/2014/main" id="{642A45B8-6B17-4B18-953C-8FE2CCCBE104}"/>
              </a:ext>
            </a:extLst>
          </p:cNvPr>
          <p:cNvSpPr>
            <a:spLocks xmlns:a="http://schemas.openxmlformats.org/drawingml/2006/main" noGrp="1"/>
          </p:cNvSpPr>
          <p:nvPr/>
        </p:nvSpPr>
        <p:spPr>
          <a:xfrm xmlns:a="http://schemas.openxmlformats.org/drawingml/2006/main">
            <a:off x="657225" y="566737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B8CBC4"/>
                </a:solidFill>
                <a:latin typeface="Arial"/>
                <a:ea typeface="Arial"/>
                <a:cs typeface="Arial"/>
              </a:defRPr>
            </a:defPPr>
            <a:lvl1pPr>
              <a:defRPr sz="1650" b="0">
                <a:solidFill>
                  <a:srgbClr val="B8CBC4"/>
                </a:solidFill>
                <a:latin typeface="Arial"/>
                <a:ea typeface="Arial"/>
                <a:cs typeface="Arial"/>
              </a:defRPr>
            </a:lvl1pPr>
            <a:lvl2pPr>
              <a:defRPr sz="1650" b="0">
                <a:solidFill>
                  <a:srgbClr val="B8CBC4"/>
                </a:solidFill>
                <a:latin typeface="Arial"/>
                <a:ea typeface="Arial"/>
                <a:cs typeface="Arial"/>
              </a:defRPr>
            </a:lvl2pPr>
            <a:lvl3pPr>
              <a:defRPr sz="1650" b="0">
                <a:solidFill>
                  <a:srgbClr val="B8CBC4"/>
                </a:solidFill>
                <a:latin typeface="Arial"/>
                <a:ea typeface="Arial"/>
                <a:cs typeface="Arial"/>
              </a:defRPr>
            </a:lvl3pPr>
            <a:lvl4pPr>
              <a:defRPr sz="1650" b="0">
                <a:solidFill>
                  <a:srgbClr val="B8CBC4"/>
                </a:solidFill>
                <a:latin typeface="Arial"/>
                <a:ea typeface="Arial"/>
                <a:cs typeface="Arial"/>
              </a:defRPr>
            </a:lvl4pPr>
            <a:lvl5pPr>
              <a:defRPr sz="1650" b="0">
                <a:solidFill>
                  <a:srgbClr val="B8CBC4"/>
                </a:solidFill>
                <a:latin typeface="Arial"/>
                <a:ea typeface="Arial"/>
                <a:cs typeface="Arial"/>
              </a:defRPr>
            </a:lvl5pPr>
            <a:lvl6pPr>
              <a:defRPr sz="1650" b="0">
                <a:solidFill>
                  <a:srgbClr val="B8CBC4"/>
                </a:solidFill>
                <a:latin typeface="Arial"/>
                <a:ea typeface="Arial"/>
                <a:cs typeface="Arial"/>
              </a:defRPr>
            </a:lvl6pPr>
            <a:lvl7pPr>
              <a:defRPr sz="1650" b="0">
                <a:solidFill>
                  <a:srgbClr val="B8CBC4"/>
                </a:solidFill>
                <a:latin typeface="Arial"/>
                <a:ea typeface="Arial"/>
                <a:cs typeface="Arial"/>
              </a:defRPr>
            </a:lvl7pPr>
            <a:lvl8pPr>
              <a:defRPr sz="1650" b="0">
                <a:solidFill>
                  <a:srgbClr val="B8CBC4"/>
                </a:solidFill>
                <a:latin typeface="Arial"/>
                <a:ea typeface="Arial"/>
                <a:cs typeface="Arial"/>
              </a:defRPr>
            </a:lvl8pPr>
            <a:lvl9pPr>
              <a:defRPr sz="1650" b="0">
                <a:solidFill>
                  <a:srgbClr val="B8CBC4"/>
                </a:solidFill>
                <a:latin typeface="Arial"/>
                <a:ea typeface="Arial"/>
                <a:cs typeface="Arial"/>
              </a:defRPr>
            </a:lvl9pPr>
          </a:lstStyle>
          <a:p xmlns:a="http://schemas.openxmlformats.org/drawingml/2006/main">
            <a:pPr>
              <a:defRPr sz="1650" b="0">
                <a:solidFill>
                  <a:srgbClr val="B8CBC4"/>
                </a:solidFill>
                <a:latin typeface="Arial"/>
                <a:ea typeface="Arial"/>
                <a:cs typeface="Arial"/>
              </a:defRPr>
            </a:pPr>
            <a:r>
              <a:rPr sz="1650" b="0">
                <a:solidFill>
                  <a:srgbClr val="B8CBC4"/>
                </a:solidFill>
                <a:latin typeface="Arial"/>
                <a:ea typeface="Arial"/>
                <a:cs typeface="Arial"/>
              </a:rPr>
              <a:t>Аяқтау шегі: 80%.</a:t>
            </a:r>
          </a:p>
          <a:p xmlns:a="http://schemas.openxmlformats.org/drawingml/2006/main">
            <a:pPr>
              <a:defRPr sz="1650" b="0">
                <a:solidFill>
                  <a:srgbClr val="B8CBC4"/>
                </a:solidFill>
                <a:latin typeface="Arial"/>
                <a:ea typeface="Arial"/>
                <a:cs typeface="Arial"/>
              </a:defRPr>
            </a:pPr>
            <a:r>
              <a:rPr sz="1650" b="0">
                <a:solidFill>
                  <a:srgbClr val="B8CBC4"/>
                </a:solidFill>
                <a:latin typeface="Arial"/>
                <a:ea typeface="Arial"/>
                <a:cs typeface="Arial"/>
              </a:rPr>
              <a:t>Нәтиже мен хабарлама серверде сақталады.</a:t>
            </a:r>
          </a:p>
        </p:txBody>
      </p:sp>
      <p:sp>
        <p:nvSpPr>
          <p:cNvPr id="8" name="">
            <a:extLst xmlns:a="http://schemas.openxmlformats.org/drawingml/2006/main">
              <a:ext uri="{FF2B5EF4-FFF2-40B4-BE49-F238E27FC236}">
                <a16:creationId xmlns:a16="http://schemas.microsoft.com/office/drawing/2014/main" id="{55DCFF0F-AFE5-4649-B184-B4EDD46A53DB}"/>
              </a:ext>
            </a:extLst>
          </p:cNvPr>
          <p:cNvSpPr>
            <a:spLocks xmlns:a="http://schemas.openxmlformats.org/drawingml/2006/main" noGrp="1"/>
          </p:cNvSpPr>
          <p:nvPr/>
        </p:nvSpPr>
        <p:spPr>
          <a:xfrm xmlns:a="http://schemas.openxmlformats.org/drawingml/2006/main">
            <a:off x="6172200" y="1857375"/>
            <a:ext cx="2133600" cy="4467225"/>
          </a:xfrm>
          <a:prstGeom xmlns:a="http://schemas.openxmlformats.org/drawingml/2006/main" prst="roundRect">
            <a:avLst>
              <a:gd name="adj" fmla="val 3571"/>
            </a:avLst>
          </a:prstGeom>
          <a:solidFill xmlns:a="http://schemas.openxmlformats.org/drawingml/2006/main">
            <a:srgbClr val="103A3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471702-FDB5-49D3-96B4-2F1624A3B3DF}"/>
              </a:ext>
            </a:extLst>
          </p:cNvPr>
          <p:cNvSpPr>
            <a:spLocks xmlns:a="http://schemas.openxmlformats.org/drawingml/2006/main" noGrp="1"/>
          </p:cNvSpPr>
          <p:nvPr/>
        </p:nvSpPr>
        <p:spPr>
          <a:xfrm xmlns:a="http://schemas.openxmlformats.org/drawingml/2006/main">
            <a:off x="8943975" y="1857375"/>
            <a:ext cx="2133600" cy="4467225"/>
          </a:xfrm>
          <a:prstGeom xmlns:a="http://schemas.openxmlformats.org/drawingml/2006/main" prst="roundRect">
            <a:avLst>
              <a:gd name="adj" fmla="val 3571"/>
            </a:avLst>
          </a:prstGeom>
          <a:solidFill xmlns:a="http://schemas.openxmlformats.org/drawingml/2006/main">
            <a:srgbClr val="103A3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9424AC-2453-4E15-B920-23D483DA3D14}"/>
              </a:ext>
            </a:extLst>
          </p:cNvPr>
          <p:cNvSpPr>
            <a:spLocks xmlns:a="http://schemas.openxmlformats.org/drawingml/2006/main" noGrp="1"/>
          </p:cNvSpPr>
          <p:nvPr/>
        </p:nvSpPr>
        <p:spPr>
          <a:xfrm xmlns:a="http://schemas.openxmlformats.org/drawingml/2006/main">
            <a:off x="6238875" y="1924050"/>
            <a:ext cx="2000250" cy="4333875"/>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39E40D-FF6E-4C44-ADFA-8EF6217C2828}"/>
              </a:ext>
            </a:extLst>
          </p:cNvPr>
          <p:cNvSpPr>
            <a:spLocks xmlns:a="http://schemas.openxmlformats.org/drawingml/2006/main" noGrp="1"/>
          </p:cNvSpPr>
          <p:nvPr/>
        </p:nvSpPr>
        <p:spPr>
          <a:xfrm xmlns:a="http://schemas.openxmlformats.org/drawingml/2006/main">
            <a:off x="6351710" y="2047288"/>
            <a:ext cx="1589942" cy="2362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103A30"/>
                </a:solidFill>
                <a:latin typeface="Arial"/>
                <a:ea typeface="Arial"/>
                <a:cs typeface="Arial"/>
              </a:defRPr>
            </a:defPPr>
            <a:lvl1pPr>
              <a:defRPr sz="1010" b="1">
                <a:solidFill>
                  <a:srgbClr val="103A30"/>
                </a:solidFill>
                <a:latin typeface="Arial"/>
                <a:ea typeface="Arial"/>
                <a:cs typeface="Arial"/>
              </a:defRPr>
            </a:lvl1pPr>
            <a:lvl2pPr>
              <a:defRPr sz="1010" b="1">
                <a:solidFill>
                  <a:srgbClr val="103A30"/>
                </a:solidFill>
                <a:latin typeface="Arial"/>
                <a:ea typeface="Arial"/>
                <a:cs typeface="Arial"/>
              </a:defRPr>
            </a:lvl2pPr>
            <a:lvl3pPr>
              <a:defRPr sz="1010" b="1">
                <a:solidFill>
                  <a:srgbClr val="103A30"/>
                </a:solidFill>
                <a:latin typeface="Arial"/>
                <a:ea typeface="Arial"/>
                <a:cs typeface="Arial"/>
              </a:defRPr>
            </a:lvl3pPr>
            <a:lvl4pPr>
              <a:defRPr sz="1010" b="1">
                <a:solidFill>
                  <a:srgbClr val="103A30"/>
                </a:solidFill>
                <a:latin typeface="Arial"/>
                <a:ea typeface="Arial"/>
                <a:cs typeface="Arial"/>
              </a:defRPr>
            </a:lvl4pPr>
            <a:lvl5pPr>
              <a:defRPr sz="1010" b="1">
                <a:solidFill>
                  <a:srgbClr val="103A30"/>
                </a:solidFill>
                <a:latin typeface="Arial"/>
                <a:ea typeface="Arial"/>
                <a:cs typeface="Arial"/>
              </a:defRPr>
            </a:lvl5pPr>
            <a:lvl6pPr>
              <a:defRPr sz="1010" b="1">
                <a:solidFill>
                  <a:srgbClr val="103A30"/>
                </a:solidFill>
                <a:latin typeface="Arial"/>
                <a:ea typeface="Arial"/>
                <a:cs typeface="Arial"/>
              </a:defRPr>
            </a:lvl6pPr>
            <a:lvl7pPr>
              <a:defRPr sz="1010" b="1">
                <a:solidFill>
                  <a:srgbClr val="103A30"/>
                </a:solidFill>
                <a:latin typeface="Arial"/>
                <a:ea typeface="Arial"/>
                <a:cs typeface="Arial"/>
              </a:defRPr>
            </a:lvl7pPr>
            <a:lvl8pPr>
              <a:defRPr sz="1010" b="1">
                <a:solidFill>
                  <a:srgbClr val="103A30"/>
                </a:solidFill>
                <a:latin typeface="Arial"/>
                <a:ea typeface="Arial"/>
                <a:cs typeface="Arial"/>
              </a:defRPr>
            </a:lvl8pPr>
            <a:lvl9pPr>
              <a:defRPr sz="1010" b="1">
                <a:solidFill>
                  <a:srgbClr val="103A30"/>
                </a:solidFill>
                <a:latin typeface="Arial"/>
                <a:ea typeface="Arial"/>
                <a:cs typeface="Arial"/>
              </a:defRPr>
            </a:lvl9pPr>
          </a:lstStyle>
          <a:p xmlns:a="http://schemas.openxmlformats.org/drawingml/2006/main">
            <a:pPr>
              <a:defRPr sz="1010" b="1">
                <a:solidFill>
                  <a:srgbClr val="103A30"/>
                </a:solidFill>
                <a:latin typeface="Arial"/>
                <a:ea typeface="Arial"/>
                <a:cs typeface="Arial"/>
              </a:defRPr>
            </a:pPr>
            <a:r>
              <a:rPr sz="1010" b="1">
                <a:solidFill>
                  <a:srgbClr val="103A30"/>
                </a:solidFill>
                <a:latin typeface="Arial"/>
                <a:ea typeface="Arial"/>
                <a:cs typeface="Arial"/>
              </a:rPr>
              <a:t>Jana Academy</a:t>
            </a:r>
          </a:p>
        </p:txBody>
      </p:sp>
      <p:sp>
        <p:nvSpPr>
          <p:cNvPr id="12" name="">
            <a:extLst xmlns:a="http://schemas.openxmlformats.org/drawingml/2006/main">
              <a:ext uri="{FF2B5EF4-FFF2-40B4-BE49-F238E27FC236}">
                <a16:creationId xmlns:a16="http://schemas.microsoft.com/office/drawing/2014/main" id="{30EC00F1-E2AD-4EC2-A4F9-D2761A255410}"/>
              </a:ext>
            </a:extLst>
          </p:cNvPr>
          <p:cNvSpPr>
            <a:spLocks xmlns:a="http://schemas.openxmlformats.org/drawingml/2006/main" noGrp="1"/>
          </p:cNvSpPr>
          <p:nvPr/>
        </p:nvSpPr>
        <p:spPr>
          <a:xfrm xmlns:a="http://schemas.openxmlformats.org/drawingml/2006/main">
            <a:off x="8023713" y="2026748"/>
            <a:ext cx="138479" cy="231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92" b="0">
                <a:solidFill>
                  <a:srgbClr val="63776F"/>
                </a:solidFill>
                <a:latin typeface="Arial"/>
                <a:ea typeface="Arial"/>
                <a:cs typeface="Arial"/>
              </a:defRPr>
            </a:defPPr>
            <a:lvl1pPr>
              <a:defRPr sz="1292" b="0">
                <a:solidFill>
                  <a:srgbClr val="63776F"/>
                </a:solidFill>
                <a:latin typeface="Arial"/>
                <a:ea typeface="Arial"/>
                <a:cs typeface="Arial"/>
              </a:defRPr>
            </a:lvl1pPr>
            <a:lvl2pPr>
              <a:defRPr sz="1292" b="0">
                <a:solidFill>
                  <a:srgbClr val="63776F"/>
                </a:solidFill>
                <a:latin typeface="Arial"/>
                <a:ea typeface="Arial"/>
                <a:cs typeface="Arial"/>
              </a:defRPr>
            </a:lvl2pPr>
            <a:lvl3pPr>
              <a:defRPr sz="1292" b="0">
                <a:solidFill>
                  <a:srgbClr val="63776F"/>
                </a:solidFill>
                <a:latin typeface="Arial"/>
                <a:ea typeface="Arial"/>
                <a:cs typeface="Arial"/>
              </a:defRPr>
            </a:lvl3pPr>
            <a:lvl4pPr>
              <a:defRPr sz="1292" b="0">
                <a:solidFill>
                  <a:srgbClr val="63776F"/>
                </a:solidFill>
                <a:latin typeface="Arial"/>
                <a:ea typeface="Arial"/>
                <a:cs typeface="Arial"/>
              </a:defRPr>
            </a:lvl4pPr>
            <a:lvl5pPr>
              <a:defRPr sz="1292" b="0">
                <a:solidFill>
                  <a:srgbClr val="63776F"/>
                </a:solidFill>
                <a:latin typeface="Arial"/>
                <a:ea typeface="Arial"/>
                <a:cs typeface="Arial"/>
              </a:defRPr>
            </a:lvl5pPr>
            <a:lvl6pPr>
              <a:defRPr sz="1292" b="0">
                <a:solidFill>
                  <a:srgbClr val="63776F"/>
                </a:solidFill>
                <a:latin typeface="Arial"/>
                <a:ea typeface="Arial"/>
                <a:cs typeface="Arial"/>
              </a:defRPr>
            </a:lvl6pPr>
            <a:lvl7pPr>
              <a:defRPr sz="1292" b="0">
                <a:solidFill>
                  <a:srgbClr val="63776F"/>
                </a:solidFill>
                <a:latin typeface="Arial"/>
                <a:ea typeface="Arial"/>
                <a:cs typeface="Arial"/>
              </a:defRPr>
            </a:lvl7pPr>
            <a:lvl8pPr>
              <a:defRPr sz="1292" b="0">
                <a:solidFill>
                  <a:srgbClr val="63776F"/>
                </a:solidFill>
                <a:latin typeface="Arial"/>
                <a:ea typeface="Arial"/>
                <a:cs typeface="Arial"/>
              </a:defRPr>
            </a:lvl8pPr>
            <a:lvl9pPr>
              <a:defRPr sz="1292" b="0">
                <a:solidFill>
                  <a:srgbClr val="63776F"/>
                </a:solidFill>
                <a:latin typeface="Arial"/>
                <a:ea typeface="Arial"/>
                <a:cs typeface="Arial"/>
              </a:defRPr>
            </a:lvl9pPr>
          </a:lstStyle>
          <a:p xmlns:a="http://schemas.openxmlformats.org/drawingml/2006/main">
            <a:pPr>
              <a:defRPr sz="1292" b="0">
                <a:solidFill>
                  <a:srgbClr val="63776F"/>
                </a:solidFill>
                <a:latin typeface="Arial"/>
                <a:ea typeface="Arial"/>
                <a:cs typeface="Arial"/>
              </a:defRPr>
            </a:pPr>
            <a:r>
              <a:rPr sz="1292" b="0">
                <a:solidFill>
                  <a:srgbClr val="63776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68C58925-A7AA-4782-BF68-43C3814F8885}"/>
              </a:ext>
            </a:extLst>
          </p:cNvPr>
          <p:cNvSpPr>
            <a:spLocks xmlns:a="http://schemas.openxmlformats.org/drawingml/2006/main" noGrp="1"/>
          </p:cNvSpPr>
          <p:nvPr/>
        </p:nvSpPr>
        <p:spPr>
          <a:xfrm xmlns:a="http://schemas.openxmlformats.org/drawingml/2006/main">
            <a:off x="6238875" y="2345114"/>
            <a:ext cx="2000250" cy="10270"/>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B2DEA00-4D2E-4E2A-9C33-125F45D95BFB}"/>
              </a:ext>
            </a:extLst>
          </p:cNvPr>
          <p:cNvSpPr>
            <a:spLocks xmlns:a="http://schemas.openxmlformats.org/drawingml/2006/main" noGrp="1"/>
          </p:cNvSpPr>
          <p:nvPr/>
        </p:nvSpPr>
        <p:spPr>
          <a:xfrm xmlns:a="http://schemas.openxmlformats.org/drawingml/2006/main">
            <a:off x="6351710" y="2524836"/>
            <a:ext cx="1743808" cy="205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8" b="1">
                <a:solidFill>
                  <a:srgbClr val="207A5B"/>
                </a:solidFill>
                <a:latin typeface="Arial"/>
                <a:ea typeface="Arial"/>
                <a:cs typeface="Arial"/>
              </a:defRPr>
            </a:defPPr>
            <a:lvl1pPr>
              <a:defRPr sz="848" b="1">
                <a:solidFill>
                  <a:srgbClr val="207A5B"/>
                </a:solidFill>
                <a:latin typeface="Arial"/>
                <a:ea typeface="Arial"/>
                <a:cs typeface="Arial"/>
              </a:defRPr>
            </a:lvl1pPr>
            <a:lvl2pPr>
              <a:defRPr sz="848" b="1">
                <a:solidFill>
                  <a:srgbClr val="207A5B"/>
                </a:solidFill>
                <a:latin typeface="Arial"/>
                <a:ea typeface="Arial"/>
                <a:cs typeface="Arial"/>
              </a:defRPr>
            </a:lvl2pPr>
            <a:lvl3pPr>
              <a:defRPr sz="848" b="1">
                <a:solidFill>
                  <a:srgbClr val="207A5B"/>
                </a:solidFill>
                <a:latin typeface="Arial"/>
                <a:ea typeface="Arial"/>
                <a:cs typeface="Arial"/>
              </a:defRPr>
            </a:lvl3pPr>
            <a:lvl4pPr>
              <a:defRPr sz="848" b="1">
                <a:solidFill>
                  <a:srgbClr val="207A5B"/>
                </a:solidFill>
                <a:latin typeface="Arial"/>
                <a:ea typeface="Arial"/>
                <a:cs typeface="Arial"/>
              </a:defRPr>
            </a:lvl4pPr>
            <a:lvl5pPr>
              <a:defRPr sz="848" b="1">
                <a:solidFill>
                  <a:srgbClr val="207A5B"/>
                </a:solidFill>
                <a:latin typeface="Arial"/>
                <a:ea typeface="Arial"/>
                <a:cs typeface="Arial"/>
              </a:defRPr>
            </a:lvl5pPr>
            <a:lvl6pPr>
              <a:defRPr sz="848" b="1">
                <a:solidFill>
                  <a:srgbClr val="207A5B"/>
                </a:solidFill>
                <a:latin typeface="Arial"/>
                <a:ea typeface="Arial"/>
                <a:cs typeface="Arial"/>
              </a:defRPr>
            </a:lvl6pPr>
            <a:lvl7pPr>
              <a:defRPr sz="848" b="1">
                <a:solidFill>
                  <a:srgbClr val="207A5B"/>
                </a:solidFill>
                <a:latin typeface="Arial"/>
                <a:ea typeface="Arial"/>
                <a:cs typeface="Arial"/>
              </a:defRPr>
            </a:lvl7pPr>
            <a:lvl8pPr>
              <a:defRPr sz="848" b="1">
                <a:solidFill>
                  <a:srgbClr val="207A5B"/>
                </a:solidFill>
                <a:latin typeface="Arial"/>
                <a:ea typeface="Arial"/>
                <a:cs typeface="Arial"/>
              </a:defRPr>
            </a:lvl8pPr>
            <a:lvl9pPr>
              <a:defRPr sz="848" b="1">
                <a:solidFill>
                  <a:srgbClr val="207A5B"/>
                </a:solidFill>
                <a:latin typeface="Arial"/>
                <a:ea typeface="Arial"/>
                <a:cs typeface="Arial"/>
              </a:defRPr>
            </a:lvl9pPr>
          </a:lstStyle>
          <a:p xmlns:a="http://schemas.openxmlformats.org/drawingml/2006/main">
            <a:pPr>
              <a:defRPr sz="848" b="1">
                <a:solidFill>
                  <a:srgbClr val="207A5B"/>
                </a:solidFill>
                <a:latin typeface="Arial"/>
                <a:ea typeface="Arial"/>
                <a:cs typeface="Arial"/>
              </a:defRPr>
            </a:pPr>
            <a:r>
              <a:rPr sz="848" b="1">
                <a:solidFill>
                  <a:srgbClr val="207A5B"/>
                </a:solidFill>
                <a:latin typeface="Arial"/>
                <a:ea typeface="Arial"/>
                <a:cs typeface="Arial"/>
              </a:rPr>
              <a:t>1 / 3 МАТЕРИАЛ</a:t>
            </a:r>
          </a:p>
        </p:txBody>
      </p:sp>
      <p:sp>
        <p:nvSpPr>
          <p:cNvPr id="15" name="">
            <a:extLst xmlns:a="http://schemas.openxmlformats.org/drawingml/2006/main">
              <a:ext uri="{FF2B5EF4-FFF2-40B4-BE49-F238E27FC236}">
                <a16:creationId xmlns:a16="http://schemas.microsoft.com/office/drawing/2014/main" id="{5B9A7D95-3D4D-405E-A8AA-BDE6BDF705FF}"/>
              </a:ext>
            </a:extLst>
          </p:cNvPr>
          <p:cNvSpPr>
            <a:spLocks xmlns:a="http://schemas.openxmlformats.org/drawingml/2006/main" noGrp="1"/>
          </p:cNvSpPr>
          <p:nvPr/>
        </p:nvSpPr>
        <p:spPr>
          <a:xfrm xmlns:a="http://schemas.openxmlformats.org/drawingml/2006/main">
            <a:off x="6351710" y="2853471"/>
            <a:ext cx="1764323" cy="513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92" b="1">
                <a:solidFill>
                  <a:srgbClr val="103A30"/>
                </a:solidFill>
                <a:latin typeface="Arial"/>
                <a:ea typeface="Arial"/>
                <a:cs typeface="Arial"/>
              </a:defRPr>
            </a:defPPr>
            <a:lvl1pPr>
              <a:defRPr sz="1292" b="1">
                <a:solidFill>
                  <a:srgbClr val="103A30"/>
                </a:solidFill>
                <a:latin typeface="Arial"/>
                <a:ea typeface="Arial"/>
                <a:cs typeface="Arial"/>
              </a:defRPr>
            </a:lvl1pPr>
            <a:lvl2pPr>
              <a:defRPr sz="1292" b="1">
                <a:solidFill>
                  <a:srgbClr val="103A30"/>
                </a:solidFill>
                <a:latin typeface="Arial"/>
                <a:ea typeface="Arial"/>
                <a:cs typeface="Arial"/>
              </a:defRPr>
            </a:lvl2pPr>
            <a:lvl3pPr>
              <a:defRPr sz="1292" b="1">
                <a:solidFill>
                  <a:srgbClr val="103A30"/>
                </a:solidFill>
                <a:latin typeface="Arial"/>
                <a:ea typeface="Arial"/>
                <a:cs typeface="Arial"/>
              </a:defRPr>
            </a:lvl3pPr>
            <a:lvl4pPr>
              <a:defRPr sz="1292" b="1">
                <a:solidFill>
                  <a:srgbClr val="103A30"/>
                </a:solidFill>
                <a:latin typeface="Arial"/>
                <a:ea typeface="Arial"/>
                <a:cs typeface="Arial"/>
              </a:defRPr>
            </a:lvl4pPr>
            <a:lvl5pPr>
              <a:defRPr sz="1292" b="1">
                <a:solidFill>
                  <a:srgbClr val="103A30"/>
                </a:solidFill>
                <a:latin typeface="Arial"/>
                <a:ea typeface="Arial"/>
                <a:cs typeface="Arial"/>
              </a:defRPr>
            </a:lvl5pPr>
            <a:lvl6pPr>
              <a:defRPr sz="1292" b="1">
                <a:solidFill>
                  <a:srgbClr val="103A30"/>
                </a:solidFill>
                <a:latin typeface="Arial"/>
                <a:ea typeface="Arial"/>
                <a:cs typeface="Arial"/>
              </a:defRPr>
            </a:lvl6pPr>
            <a:lvl7pPr>
              <a:defRPr sz="1292" b="1">
                <a:solidFill>
                  <a:srgbClr val="103A30"/>
                </a:solidFill>
                <a:latin typeface="Arial"/>
                <a:ea typeface="Arial"/>
                <a:cs typeface="Arial"/>
              </a:defRPr>
            </a:lvl7pPr>
            <a:lvl8pPr>
              <a:defRPr sz="1292" b="1">
                <a:solidFill>
                  <a:srgbClr val="103A30"/>
                </a:solidFill>
                <a:latin typeface="Arial"/>
                <a:ea typeface="Arial"/>
                <a:cs typeface="Arial"/>
              </a:defRPr>
            </a:lvl8pPr>
            <a:lvl9pPr>
              <a:defRPr sz="1292" b="1">
                <a:solidFill>
                  <a:srgbClr val="103A30"/>
                </a:solidFill>
                <a:latin typeface="Arial"/>
                <a:ea typeface="Arial"/>
                <a:cs typeface="Arial"/>
              </a:defRPr>
            </a:lvl9pPr>
          </a:lstStyle>
          <a:p xmlns:a="http://schemas.openxmlformats.org/drawingml/2006/main">
            <a:pPr>
              <a:defRPr sz="1292" b="1">
                <a:solidFill>
                  <a:srgbClr val="103A30"/>
                </a:solidFill>
                <a:latin typeface="Arial"/>
                <a:ea typeface="Arial"/>
                <a:cs typeface="Arial"/>
              </a:defRPr>
            </a:pPr>
            <a:r>
              <a:rPr sz="1292" b="1">
                <a:solidFill>
                  <a:srgbClr val="103A30"/>
                </a:solidFill>
                <a:latin typeface="Arial"/>
                <a:ea typeface="Arial"/>
                <a:cs typeface="Arial"/>
              </a:rPr>
              <a:t>Құпиясөздер мен</a:t>
            </a:r>
          </a:p>
          <a:p xmlns:a="http://schemas.openxmlformats.org/drawingml/2006/main">
            <a:pPr>
              <a:defRPr sz="1292" b="1">
                <a:solidFill>
                  <a:srgbClr val="103A30"/>
                </a:solidFill>
                <a:latin typeface="Arial"/>
                <a:ea typeface="Arial"/>
                <a:cs typeface="Arial"/>
              </a:defRPr>
            </a:pPr>
            <a:r>
              <a:rPr sz="1292" b="1">
                <a:solidFill>
                  <a:srgbClr val="103A30"/>
                </a:solidFill>
                <a:latin typeface="Arial"/>
                <a:ea typeface="Arial"/>
                <a:cs typeface="Arial"/>
              </a:rPr>
              <a:t>жұмысқа кіру</a:t>
            </a:r>
          </a:p>
        </p:txBody>
      </p:sp>
      <p:sp>
        <p:nvSpPr>
          <p:cNvPr id="16" name="">
            <a:extLst xmlns:a="http://schemas.openxmlformats.org/drawingml/2006/main">
              <a:ext uri="{FF2B5EF4-FFF2-40B4-BE49-F238E27FC236}">
                <a16:creationId xmlns:a16="http://schemas.microsoft.com/office/drawing/2014/main" id="{14CD8851-36DF-4C12-B7DC-519EDC902802}"/>
              </a:ext>
            </a:extLst>
          </p:cNvPr>
          <p:cNvSpPr>
            <a:spLocks xmlns:a="http://schemas.openxmlformats.org/drawingml/2006/main" noGrp="1"/>
          </p:cNvSpPr>
          <p:nvPr/>
        </p:nvSpPr>
        <p:spPr>
          <a:xfrm xmlns:a="http://schemas.openxmlformats.org/drawingml/2006/main">
            <a:off x="6351710" y="3515876"/>
            <a:ext cx="1764323" cy="8421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90" b="0">
                <a:solidFill>
                  <a:srgbClr val="103A30"/>
                </a:solidFill>
                <a:latin typeface="Arial"/>
                <a:ea typeface="Arial"/>
                <a:cs typeface="Arial"/>
              </a:defRPr>
            </a:defPPr>
            <a:lvl1pPr>
              <a:defRPr sz="1090" b="0">
                <a:solidFill>
                  <a:srgbClr val="103A30"/>
                </a:solidFill>
                <a:latin typeface="Arial"/>
                <a:ea typeface="Arial"/>
                <a:cs typeface="Arial"/>
              </a:defRPr>
            </a:lvl1pPr>
            <a:lvl2pPr>
              <a:defRPr sz="1090" b="0">
                <a:solidFill>
                  <a:srgbClr val="103A30"/>
                </a:solidFill>
                <a:latin typeface="Arial"/>
                <a:ea typeface="Arial"/>
                <a:cs typeface="Arial"/>
              </a:defRPr>
            </a:lvl2pPr>
            <a:lvl3pPr>
              <a:defRPr sz="1090" b="0">
                <a:solidFill>
                  <a:srgbClr val="103A30"/>
                </a:solidFill>
                <a:latin typeface="Arial"/>
                <a:ea typeface="Arial"/>
                <a:cs typeface="Arial"/>
              </a:defRPr>
            </a:lvl3pPr>
            <a:lvl4pPr>
              <a:defRPr sz="1090" b="0">
                <a:solidFill>
                  <a:srgbClr val="103A30"/>
                </a:solidFill>
                <a:latin typeface="Arial"/>
                <a:ea typeface="Arial"/>
                <a:cs typeface="Arial"/>
              </a:defRPr>
            </a:lvl4pPr>
            <a:lvl5pPr>
              <a:defRPr sz="1090" b="0">
                <a:solidFill>
                  <a:srgbClr val="103A30"/>
                </a:solidFill>
                <a:latin typeface="Arial"/>
                <a:ea typeface="Arial"/>
                <a:cs typeface="Arial"/>
              </a:defRPr>
            </a:lvl5pPr>
            <a:lvl6pPr>
              <a:defRPr sz="1090" b="0">
                <a:solidFill>
                  <a:srgbClr val="103A30"/>
                </a:solidFill>
                <a:latin typeface="Arial"/>
                <a:ea typeface="Arial"/>
                <a:cs typeface="Arial"/>
              </a:defRPr>
            </a:lvl6pPr>
            <a:lvl7pPr>
              <a:defRPr sz="1090" b="0">
                <a:solidFill>
                  <a:srgbClr val="103A30"/>
                </a:solidFill>
                <a:latin typeface="Arial"/>
                <a:ea typeface="Arial"/>
                <a:cs typeface="Arial"/>
              </a:defRPr>
            </a:lvl7pPr>
            <a:lvl8pPr>
              <a:defRPr sz="1090" b="0">
                <a:solidFill>
                  <a:srgbClr val="103A30"/>
                </a:solidFill>
                <a:latin typeface="Arial"/>
                <a:ea typeface="Arial"/>
                <a:cs typeface="Arial"/>
              </a:defRPr>
            </a:lvl8pPr>
            <a:lvl9pPr>
              <a:defRPr sz="1090" b="0">
                <a:solidFill>
                  <a:srgbClr val="103A30"/>
                </a:solidFill>
                <a:latin typeface="Arial"/>
                <a:ea typeface="Arial"/>
                <a:cs typeface="Arial"/>
              </a:defRPr>
            </a:lvl9pPr>
          </a:lstStyle>
          <a:p xmlns:a="http://schemas.openxmlformats.org/drawingml/2006/main">
            <a:pPr>
              <a:defRPr sz="1090" b="0">
                <a:solidFill>
                  <a:srgbClr val="103A30"/>
                </a:solidFill>
                <a:latin typeface="Arial"/>
                <a:ea typeface="Arial"/>
                <a:cs typeface="Arial"/>
              </a:defRPr>
            </a:pPr>
            <a:r>
              <a:rPr sz="1090" b="0">
                <a:solidFill>
                  <a:srgbClr val="103A30"/>
                </a:solidFill>
                <a:latin typeface="Arial"/>
                <a:ea typeface="Arial"/>
                <a:cs typeface="Arial"/>
              </a:rPr>
              <a:t>Әр жұмыс аккаунтына</a:t>
            </a:r>
          </a:p>
          <a:p xmlns:a="http://schemas.openxmlformats.org/drawingml/2006/main">
            <a:pPr>
              <a:defRPr sz="1090" b="0">
                <a:solidFill>
                  <a:srgbClr val="103A30"/>
                </a:solidFill>
                <a:latin typeface="Arial"/>
                <a:ea typeface="Arial"/>
                <a:cs typeface="Arial"/>
              </a:defRPr>
            </a:pPr>
            <a:r>
              <a:rPr sz="1090" b="0">
                <a:solidFill>
                  <a:srgbClr val="103A30"/>
                </a:solidFill>
                <a:latin typeface="Arial"/>
                <a:ea typeface="Arial"/>
                <a:cs typeface="Arial"/>
              </a:rPr>
              <a:t>бірегей құпиясөз</a:t>
            </a:r>
          </a:p>
          <a:p xmlns:a="http://schemas.openxmlformats.org/drawingml/2006/main">
            <a:pPr>
              <a:defRPr sz="1090" b="0">
                <a:solidFill>
                  <a:srgbClr val="103A30"/>
                </a:solidFill>
                <a:latin typeface="Arial"/>
                <a:ea typeface="Arial"/>
                <a:cs typeface="Arial"/>
              </a:defRPr>
            </a:pPr>
            <a:r>
              <a:rPr sz="1090" b="0">
                <a:solidFill>
                  <a:srgbClr val="103A30"/>
                </a:solidFill>
                <a:latin typeface="Arial"/>
                <a:ea typeface="Arial"/>
                <a:cs typeface="Arial"/>
              </a:rPr>
              <a:t>қолданыңыз. Оны басқа</a:t>
            </a:r>
          </a:p>
          <a:p xmlns:a="http://schemas.openxmlformats.org/drawingml/2006/main">
            <a:pPr>
              <a:defRPr sz="1090" b="0">
                <a:solidFill>
                  <a:srgbClr val="103A30"/>
                </a:solidFill>
                <a:latin typeface="Arial"/>
                <a:ea typeface="Arial"/>
                <a:cs typeface="Arial"/>
              </a:defRPr>
            </a:pPr>
            <a:r>
              <a:rPr sz="1090" b="0">
                <a:solidFill>
                  <a:srgbClr val="103A30"/>
                </a:solidFill>
                <a:latin typeface="Arial"/>
                <a:ea typeface="Arial"/>
                <a:cs typeface="Arial"/>
              </a:rPr>
              <a:t>адамға бермеңіз.</a:t>
            </a:r>
          </a:p>
        </p:txBody>
      </p:sp>
      <p:sp>
        <p:nvSpPr>
          <p:cNvPr id="17" name="">
            <a:extLst xmlns:a="http://schemas.openxmlformats.org/drawingml/2006/main">
              <a:ext uri="{FF2B5EF4-FFF2-40B4-BE49-F238E27FC236}">
                <a16:creationId xmlns:a16="http://schemas.microsoft.com/office/drawing/2014/main" id="{B668BBEF-F4ED-48DB-BFB0-08077A873BE7}"/>
              </a:ext>
            </a:extLst>
          </p:cNvPr>
          <p:cNvSpPr>
            <a:spLocks xmlns:a="http://schemas.openxmlformats.org/drawingml/2006/main" noGrp="1"/>
          </p:cNvSpPr>
          <p:nvPr/>
        </p:nvSpPr>
        <p:spPr>
          <a:xfrm xmlns:a="http://schemas.openxmlformats.org/drawingml/2006/main">
            <a:off x="6351710" y="4573670"/>
            <a:ext cx="1774581" cy="836992"/>
          </a:xfrm>
          <a:prstGeom xmlns:a="http://schemas.openxmlformats.org/drawingml/2006/main" prst="roundRect">
            <a:avLst>
              <a:gd name="adj" fmla="val 6828"/>
            </a:avLst>
          </a:prstGeom>
          <a:solidFill xmlns:a="http://schemas.openxmlformats.org/drawingml/2006/main">
            <a:srgbClr val="F3F6E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0474075-0BD7-4843-A627-D2B9FA8136D4}"/>
              </a:ext>
            </a:extLst>
          </p:cNvPr>
          <p:cNvSpPr>
            <a:spLocks xmlns:a="http://schemas.openxmlformats.org/drawingml/2006/main" noGrp="1"/>
          </p:cNvSpPr>
          <p:nvPr/>
        </p:nvSpPr>
        <p:spPr>
          <a:xfrm xmlns:a="http://schemas.openxmlformats.org/drawingml/2006/main">
            <a:off x="6444029" y="4691773"/>
            <a:ext cx="1589942" cy="2156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103A30"/>
                </a:solidFill>
                <a:latin typeface="Arial"/>
                <a:ea typeface="Arial"/>
                <a:cs typeface="Arial"/>
              </a:defRPr>
            </a:defPPr>
            <a:lvl1pPr>
              <a:defRPr sz="1010" b="1">
                <a:solidFill>
                  <a:srgbClr val="103A30"/>
                </a:solidFill>
                <a:latin typeface="Arial"/>
                <a:ea typeface="Arial"/>
                <a:cs typeface="Arial"/>
              </a:defRPr>
            </a:lvl1pPr>
            <a:lvl2pPr>
              <a:defRPr sz="1010" b="1">
                <a:solidFill>
                  <a:srgbClr val="103A30"/>
                </a:solidFill>
                <a:latin typeface="Arial"/>
                <a:ea typeface="Arial"/>
                <a:cs typeface="Arial"/>
              </a:defRPr>
            </a:lvl2pPr>
            <a:lvl3pPr>
              <a:defRPr sz="1010" b="1">
                <a:solidFill>
                  <a:srgbClr val="103A30"/>
                </a:solidFill>
                <a:latin typeface="Arial"/>
                <a:ea typeface="Arial"/>
                <a:cs typeface="Arial"/>
              </a:defRPr>
            </a:lvl3pPr>
            <a:lvl4pPr>
              <a:defRPr sz="1010" b="1">
                <a:solidFill>
                  <a:srgbClr val="103A30"/>
                </a:solidFill>
                <a:latin typeface="Arial"/>
                <a:ea typeface="Arial"/>
                <a:cs typeface="Arial"/>
              </a:defRPr>
            </a:lvl4pPr>
            <a:lvl5pPr>
              <a:defRPr sz="1010" b="1">
                <a:solidFill>
                  <a:srgbClr val="103A30"/>
                </a:solidFill>
                <a:latin typeface="Arial"/>
                <a:ea typeface="Arial"/>
                <a:cs typeface="Arial"/>
              </a:defRPr>
            </a:lvl5pPr>
            <a:lvl6pPr>
              <a:defRPr sz="1010" b="1">
                <a:solidFill>
                  <a:srgbClr val="103A30"/>
                </a:solidFill>
                <a:latin typeface="Arial"/>
                <a:ea typeface="Arial"/>
                <a:cs typeface="Arial"/>
              </a:defRPr>
            </a:lvl6pPr>
            <a:lvl7pPr>
              <a:defRPr sz="1010" b="1">
                <a:solidFill>
                  <a:srgbClr val="103A30"/>
                </a:solidFill>
                <a:latin typeface="Arial"/>
                <a:ea typeface="Arial"/>
                <a:cs typeface="Arial"/>
              </a:defRPr>
            </a:lvl7pPr>
            <a:lvl8pPr>
              <a:defRPr sz="1010" b="1">
                <a:solidFill>
                  <a:srgbClr val="103A30"/>
                </a:solidFill>
                <a:latin typeface="Arial"/>
                <a:ea typeface="Arial"/>
                <a:cs typeface="Arial"/>
              </a:defRPr>
            </a:lvl8pPr>
            <a:lvl9pPr>
              <a:defRPr sz="1010" b="1">
                <a:solidFill>
                  <a:srgbClr val="103A30"/>
                </a:solidFill>
                <a:latin typeface="Arial"/>
                <a:ea typeface="Arial"/>
                <a:cs typeface="Arial"/>
              </a:defRPr>
            </a:lvl9pPr>
          </a:lstStyle>
          <a:p xmlns:a="http://schemas.openxmlformats.org/drawingml/2006/main">
            <a:pPr>
              <a:defRPr sz="1010" b="1">
                <a:solidFill>
                  <a:srgbClr val="103A30"/>
                </a:solidFill>
                <a:latin typeface="Arial"/>
                <a:ea typeface="Arial"/>
                <a:cs typeface="Arial"/>
              </a:defRPr>
            </a:pPr>
            <a:r>
              <a:rPr sz="1010" b="1">
                <a:solidFill>
                  <a:srgbClr val="103A30"/>
                </a:solidFill>
                <a:latin typeface="Arial"/>
                <a:ea typeface="Arial"/>
                <a:cs typeface="Arial"/>
              </a:rPr>
              <a:t>Есте сақтаңыз</a:t>
            </a:r>
          </a:p>
        </p:txBody>
      </p:sp>
      <p:sp>
        <p:nvSpPr>
          <p:cNvPr id="19" name="">
            <a:extLst xmlns:a="http://schemas.openxmlformats.org/drawingml/2006/main">
              <a:ext uri="{FF2B5EF4-FFF2-40B4-BE49-F238E27FC236}">
                <a16:creationId xmlns:a16="http://schemas.microsoft.com/office/drawing/2014/main" id="{C8743367-CDC2-485A-BC02-6530A9876D59}"/>
              </a:ext>
            </a:extLst>
          </p:cNvPr>
          <p:cNvSpPr>
            <a:spLocks xmlns:a="http://schemas.openxmlformats.org/drawingml/2006/main" noGrp="1"/>
          </p:cNvSpPr>
          <p:nvPr/>
        </p:nvSpPr>
        <p:spPr>
          <a:xfrm xmlns:a="http://schemas.openxmlformats.org/drawingml/2006/main">
            <a:off x="6444029" y="4974194"/>
            <a:ext cx="1559169" cy="385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69" b="0">
                <a:solidFill>
                  <a:srgbClr val="63776F"/>
                </a:solidFill>
                <a:latin typeface="Arial"/>
                <a:ea typeface="Arial"/>
                <a:cs typeface="Arial"/>
              </a:defRPr>
            </a:defPPr>
            <a:lvl1pPr>
              <a:defRPr sz="969" b="0">
                <a:solidFill>
                  <a:srgbClr val="63776F"/>
                </a:solidFill>
                <a:latin typeface="Arial"/>
                <a:ea typeface="Arial"/>
                <a:cs typeface="Arial"/>
              </a:defRPr>
            </a:lvl1pPr>
            <a:lvl2pPr>
              <a:defRPr sz="969" b="0">
                <a:solidFill>
                  <a:srgbClr val="63776F"/>
                </a:solidFill>
                <a:latin typeface="Arial"/>
                <a:ea typeface="Arial"/>
                <a:cs typeface="Arial"/>
              </a:defRPr>
            </a:lvl2pPr>
            <a:lvl3pPr>
              <a:defRPr sz="969" b="0">
                <a:solidFill>
                  <a:srgbClr val="63776F"/>
                </a:solidFill>
                <a:latin typeface="Arial"/>
                <a:ea typeface="Arial"/>
                <a:cs typeface="Arial"/>
              </a:defRPr>
            </a:lvl3pPr>
            <a:lvl4pPr>
              <a:defRPr sz="969" b="0">
                <a:solidFill>
                  <a:srgbClr val="63776F"/>
                </a:solidFill>
                <a:latin typeface="Arial"/>
                <a:ea typeface="Arial"/>
                <a:cs typeface="Arial"/>
              </a:defRPr>
            </a:lvl4pPr>
            <a:lvl5pPr>
              <a:defRPr sz="969" b="0">
                <a:solidFill>
                  <a:srgbClr val="63776F"/>
                </a:solidFill>
                <a:latin typeface="Arial"/>
                <a:ea typeface="Arial"/>
                <a:cs typeface="Arial"/>
              </a:defRPr>
            </a:lvl5pPr>
            <a:lvl6pPr>
              <a:defRPr sz="969" b="0">
                <a:solidFill>
                  <a:srgbClr val="63776F"/>
                </a:solidFill>
                <a:latin typeface="Arial"/>
                <a:ea typeface="Arial"/>
                <a:cs typeface="Arial"/>
              </a:defRPr>
            </a:lvl6pPr>
            <a:lvl7pPr>
              <a:defRPr sz="969" b="0">
                <a:solidFill>
                  <a:srgbClr val="63776F"/>
                </a:solidFill>
                <a:latin typeface="Arial"/>
                <a:ea typeface="Arial"/>
                <a:cs typeface="Arial"/>
              </a:defRPr>
            </a:lvl7pPr>
            <a:lvl8pPr>
              <a:defRPr sz="969" b="0">
                <a:solidFill>
                  <a:srgbClr val="63776F"/>
                </a:solidFill>
                <a:latin typeface="Arial"/>
                <a:ea typeface="Arial"/>
                <a:cs typeface="Arial"/>
              </a:defRPr>
            </a:lvl8pPr>
            <a:lvl9pPr>
              <a:defRPr sz="969" b="0">
                <a:solidFill>
                  <a:srgbClr val="63776F"/>
                </a:solidFill>
                <a:latin typeface="Arial"/>
                <a:ea typeface="Arial"/>
                <a:cs typeface="Arial"/>
              </a:defRPr>
            </a:lvl9pPr>
          </a:lstStyle>
          <a:p xmlns:a="http://schemas.openxmlformats.org/drawingml/2006/main">
            <a:pPr>
              <a:defRPr sz="969" b="0">
                <a:solidFill>
                  <a:srgbClr val="63776F"/>
                </a:solidFill>
                <a:latin typeface="Arial"/>
                <a:ea typeface="Arial"/>
                <a:cs typeface="Arial"/>
              </a:defRPr>
            </a:pPr>
            <a:r>
              <a:rPr sz="969" b="0">
                <a:solidFill>
                  <a:srgbClr val="63776F"/>
                </a:solidFill>
                <a:latin typeface="Arial"/>
                <a:ea typeface="Arial"/>
                <a:cs typeface="Arial"/>
              </a:rPr>
              <a:t>Бір адамға бір аккаунт.</a:t>
            </a:r>
          </a:p>
          <a:p xmlns:a="http://schemas.openxmlformats.org/drawingml/2006/main">
            <a:pPr>
              <a:defRPr sz="969" b="0">
                <a:solidFill>
                  <a:srgbClr val="63776F"/>
                </a:solidFill>
                <a:latin typeface="Arial"/>
                <a:ea typeface="Arial"/>
                <a:cs typeface="Arial"/>
              </a:defRPr>
            </a:pPr>
            <a:r>
              <a:rPr sz="969" b="0">
                <a:solidFill>
                  <a:srgbClr val="63776F"/>
                </a:solidFill>
                <a:latin typeface="Arial"/>
                <a:ea typeface="Arial"/>
                <a:cs typeface="Arial"/>
              </a:rPr>
              <a:t>Растау кодын таратпаңыз.</a:t>
            </a:r>
          </a:p>
        </p:txBody>
      </p:sp>
      <p:sp>
        <p:nvSpPr>
          <p:cNvPr id="20" name="">
            <a:extLst xmlns:a="http://schemas.openxmlformats.org/drawingml/2006/main">
              <a:ext uri="{FF2B5EF4-FFF2-40B4-BE49-F238E27FC236}">
                <a16:creationId xmlns:a16="http://schemas.microsoft.com/office/drawing/2014/main" id="{5039D52F-505A-4452-A614-633F35416089}"/>
              </a:ext>
            </a:extLst>
          </p:cNvPr>
          <p:cNvSpPr>
            <a:spLocks xmlns:a="http://schemas.openxmlformats.org/drawingml/2006/main" noGrp="1"/>
          </p:cNvSpPr>
          <p:nvPr/>
        </p:nvSpPr>
        <p:spPr>
          <a:xfrm xmlns:a="http://schemas.openxmlformats.org/drawingml/2006/main">
            <a:off x="6351710" y="5646869"/>
            <a:ext cx="1774581" cy="379984"/>
          </a:xfrm>
          <a:prstGeom xmlns:a="http://schemas.openxmlformats.org/drawingml/2006/main" prst="roundRect">
            <a:avLst>
              <a:gd name="adj" fmla="val 15040"/>
            </a:avLst>
          </a:prstGeom>
          <a:solidFill xmlns:a="http://schemas.openxmlformats.org/drawingml/2006/main">
            <a:srgbClr val="207A5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05B765C-0E78-4564-A49B-C553B4E51A76}"/>
              </a:ext>
            </a:extLst>
          </p:cNvPr>
          <p:cNvSpPr>
            <a:spLocks xmlns:a="http://schemas.openxmlformats.org/drawingml/2006/main" noGrp="1"/>
          </p:cNvSpPr>
          <p:nvPr/>
        </p:nvSpPr>
        <p:spPr>
          <a:xfrm xmlns:a="http://schemas.openxmlformats.org/drawingml/2006/main">
            <a:off x="6454287" y="5744433"/>
            <a:ext cx="1589942" cy="205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FFFFFF"/>
                </a:solidFill>
                <a:latin typeface="Arial"/>
                <a:ea typeface="Arial"/>
                <a:cs typeface="Arial"/>
              </a:defRPr>
            </a:defPPr>
            <a:lvl1pPr>
              <a:defRPr sz="1010" b="1">
                <a:solidFill>
                  <a:srgbClr val="FFFFFF"/>
                </a:solidFill>
                <a:latin typeface="Arial"/>
                <a:ea typeface="Arial"/>
                <a:cs typeface="Arial"/>
              </a:defRPr>
            </a:lvl1pPr>
            <a:lvl2pPr>
              <a:defRPr sz="1010" b="1">
                <a:solidFill>
                  <a:srgbClr val="FFFFFF"/>
                </a:solidFill>
                <a:latin typeface="Arial"/>
                <a:ea typeface="Arial"/>
                <a:cs typeface="Arial"/>
              </a:defRPr>
            </a:lvl2pPr>
            <a:lvl3pPr>
              <a:defRPr sz="1010" b="1">
                <a:solidFill>
                  <a:srgbClr val="FFFFFF"/>
                </a:solidFill>
                <a:latin typeface="Arial"/>
                <a:ea typeface="Arial"/>
                <a:cs typeface="Arial"/>
              </a:defRPr>
            </a:lvl3pPr>
            <a:lvl4pPr>
              <a:defRPr sz="1010" b="1">
                <a:solidFill>
                  <a:srgbClr val="FFFFFF"/>
                </a:solidFill>
                <a:latin typeface="Arial"/>
                <a:ea typeface="Arial"/>
                <a:cs typeface="Arial"/>
              </a:defRPr>
            </a:lvl4pPr>
            <a:lvl5pPr>
              <a:defRPr sz="1010" b="1">
                <a:solidFill>
                  <a:srgbClr val="FFFFFF"/>
                </a:solidFill>
                <a:latin typeface="Arial"/>
                <a:ea typeface="Arial"/>
                <a:cs typeface="Arial"/>
              </a:defRPr>
            </a:lvl5pPr>
            <a:lvl6pPr>
              <a:defRPr sz="1010" b="1">
                <a:solidFill>
                  <a:srgbClr val="FFFFFF"/>
                </a:solidFill>
                <a:latin typeface="Arial"/>
                <a:ea typeface="Arial"/>
                <a:cs typeface="Arial"/>
              </a:defRPr>
            </a:lvl6pPr>
            <a:lvl7pPr>
              <a:defRPr sz="1010" b="1">
                <a:solidFill>
                  <a:srgbClr val="FFFFFF"/>
                </a:solidFill>
                <a:latin typeface="Arial"/>
                <a:ea typeface="Arial"/>
                <a:cs typeface="Arial"/>
              </a:defRPr>
            </a:lvl7pPr>
            <a:lvl8pPr>
              <a:defRPr sz="1010" b="1">
                <a:solidFill>
                  <a:srgbClr val="FFFFFF"/>
                </a:solidFill>
                <a:latin typeface="Arial"/>
                <a:ea typeface="Arial"/>
                <a:cs typeface="Arial"/>
              </a:defRPr>
            </a:lvl8pPr>
            <a:lvl9pPr>
              <a:defRPr sz="1010" b="1">
                <a:solidFill>
                  <a:srgbClr val="FFFFFF"/>
                </a:solidFill>
                <a:latin typeface="Arial"/>
                <a:ea typeface="Arial"/>
                <a:cs typeface="Arial"/>
              </a:defRPr>
            </a:lvl9pPr>
          </a:lstStyle>
          <a:p xmlns:a="http://schemas.openxmlformats.org/drawingml/2006/main">
            <a:pPr>
              <a:defRPr sz="1010" b="1">
                <a:solidFill>
                  <a:srgbClr val="FFFFFF"/>
                </a:solidFill>
                <a:latin typeface="Arial"/>
                <a:ea typeface="Arial"/>
                <a:cs typeface="Arial"/>
              </a:defRPr>
            </a:pPr>
            <a:r>
              <a:rPr sz="1010" b="1">
                <a:solidFill>
                  <a:srgbClr val="FFFFFF"/>
                </a:solidFill>
                <a:latin typeface="Arial"/>
                <a:ea typeface="Arial"/>
                <a:cs typeface="Arial"/>
              </a:rPr>
              <a:t>Өтілді деп белгілеу</a:t>
            </a:r>
          </a:p>
        </p:txBody>
      </p:sp>
      <p:sp>
        <p:nvSpPr>
          <p:cNvPr id="22" name="">
            <a:extLst xmlns:a="http://schemas.openxmlformats.org/drawingml/2006/main">
              <a:ext uri="{FF2B5EF4-FFF2-40B4-BE49-F238E27FC236}">
                <a16:creationId xmlns:a16="http://schemas.microsoft.com/office/drawing/2014/main" id="{7CE34E5C-051A-4CA8-A9C7-3613A18835E8}"/>
              </a:ext>
            </a:extLst>
          </p:cNvPr>
          <p:cNvSpPr>
            <a:spLocks xmlns:a="http://schemas.openxmlformats.org/drawingml/2006/main" noGrp="1"/>
          </p:cNvSpPr>
          <p:nvPr/>
        </p:nvSpPr>
        <p:spPr>
          <a:xfrm xmlns:a="http://schemas.openxmlformats.org/drawingml/2006/main">
            <a:off x="9010650" y="1924050"/>
            <a:ext cx="2000250" cy="4333875"/>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586D358-5C5D-408E-8875-92E2F62DEE23}"/>
              </a:ext>
            </a:extLst>
          </p:cNvPr>
          <p:cNvSpPr>
            <a:spLocks xmlns:a="http://schemas.openxmlformats.org/drawingml/2006/main" noGrp="1"/>
          </p:cNvSpPr>
          <p:nvPr/>
        </p:nvSpPr>
        <p:spPr>
          <a:xfrm xmlns:a="http://schemas.openxmlformats.org/drawingml/2006/main">
            <a:off x="9123485" y="2047288"/>
            <a:ext cx="1589942" cy="2362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103A30"/>
                </a:solidFill>
                <a:latin typeface="Arial"/>
                <a:ea typeface="Arial"/>
                <a:cs typeface="Arial"/>
              </a:defRPr>
            </a:defPPr>
            <a:lvl1pPr>
              <a:defRPr sz="1010" b="1">
                <a:solidFill>
                  <a:srgbClr val="103A30"/>
                </a:solidFill>
                <a:latin typeface="Arial"/>
                <a:ea typeface="Arial"/>
                <a:cs typeface="Arial"/>
              </a:defRPr>
            </a:lvl1pPr>
            <a:lvl2pPr>
              <a:defRPr sz="1010" b="1">
                <a:solidFill>
                  <a:srgbClr val="103A30"/>
                </a:solidFill>
                <a:latin typeface="Arial"/>
                <a:ea typeface="Arial"/>
                <a:cs typeface="Arial"/>
              </a:defRPr>
            </a:lvl2pPr>
            <a:lvl3pPr>
              <a:defRPr sz="1010" b="1">
                <a:solidFill>
                  <a:srgbClr val="103A30"/>
                </a:solidFill>
                <a:latin typeface="Arial"/>
                <a:ea typeface="Arial"/>
                <a:cs typeface="Arial"/>
              </a:defRPr>
            </a:lvl3pPr>
            <a:lvl4pPr>
              <a:defRPr sz="1010" b="1">
                <a:solidFill>
                  <a:srgbClr val="103A30"/>
                </a:solidFill>
                <a:latin typeface="Arial"/>
                <a:ea typeface="Arial"/>
                <a:cs typeface="Arial"/>
              </a:defRPr>
            </a:lvl4pPr>
            <a:lvl5pPr>
              <a:defRPr sz="1010" b="1">
                <a:solidFill>
                  <a:srgbClr val="103A30"/>
                </a:solidFill>
                <a:latin typeface="Arial"/>
                <a:ea typeface="Arial"/>
                <a:cs typeface="Arial"/>
              </a:defRPr>
            </a:lvl5pPr>
            <a:lvl6pPr>
              <a:defRPr sz="1010" b="1">
                <a:solidFill>
                  <a:srgbClr val="103A30"/>
                </a:solidFill>
                <a:latin typeface="Arial"/>
                <a:ea typeface="Arial"/>
                <a:cs typeface="Arial"/>
              </a:defRPr>
            </a:lvl6pPr>
            <a:lvl7pPr>
              <a:defRPr sz="1010" b="1">
                <a:solidFill>
                  <a:srgbClr val="103A30"/>
                </a:solidFill>
                <a:latin typeface="Arial"/>
                <a:ea typeface="Arial"/>
                <a:cs typeface="Arial"/>
              </a:defRPr>
            </a:lvl7pPr>
            <a:lvl8pPr>
              <a:defRPr sz="1010" b="1">
                <a:solidFill>
                  <a:srgbClr val="103A30"/>
                </a:solidFill>
                <a:latin typeface="Arial"/>
                <a:ea typeface="Arial"/>
                <a:cs typeface="Arial"/>
              </a:defRPr>
            </a:lvl8pPr>
            <a:lvl9pPr>
              <a:defRPr sz="1010" b="1">
                <a:solidFill>
                  <a:srgbClr val="103A30"/>
                </a:solidFill>
                <a:latin typeface="Arial"/>
                <a:ea typeface="Arial"/>
                <a:cs typeface="Arial"/>
              </a:defRPr>
            </a:lvl9pPr>
          </a:lstStyle>
          <a:p xmlns:a="http://schemas.openxmlformats.org/drawingml/2006/main">
            <a:pPr>
              <a:defRPr sz="1010" b="1">
                <a:solidFill>
                  <a:srgbClr val="103A30"/>
                </a:solidFill>
                <a:latin typeface="Arial"/>
                <a:ea typeface="Arial"/>
                <a:cs typeface="Arial"/>
              </a:defRPr>
            </a:pPr>
            <a:r>
              <a:rPr sz="1010" b="1">
                <a:solidFill>
                  <a:srgbClr val="103A30"/>
                </a:solidFill>
                <a:latin typeface="Arial"/>
                <a:ea typeface="Arial"/>
                <a:cs typeface="Arial"/>
              </a:rPr>
              <a:t>Jana Academy</a:t>
            </a:r>
          </a:p>
        </p:txBody>
      </p:sp>
      <p:sp>
        <p:nvSpPr>
          <p:cNvPr id="24" name="">
            <a:extLst xmlns:a="http://schemas.openxmlformats.org/drawingml/2006/main">
              <a:ext uri="{FF2B5EF4-FFF2-40B4-BE49-F238E27FC236}">
                <a16:creationId xmlns:a16="http://schemas.microsoft.com/office/drawing/2014/main" id="{EB372E78-A84E-4B66-B165-231F667B074D}"/>
              </a:ext>
            </a:extLst>
          </p:cNvPr>
          <p:cNvSpPr>
            <a:spLocks xmlns:a="http://schemas.openxmlformats.org/drawingml/2006/main" noGrp="1"/>
          </p:cNvSpPr>
          <p:nvPr/>
        </p:nvSpPr>
        <p:spPr>
          <a:xfrm xmlns:a="http://schemas.openxmlformats.org/drawingml/2006/main">
            <a:off x="10795488" y="2026748"/>
            <a:ext cx="138479" cy="231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92" b="0">
                <a:solidFill>
                  <a:srgbClr val="63776F"/>
                </a:solidFill>
                <a:latin typeface="Arial"/>
                <a:ea typeface="Arial"/>
                <a:cs typeface="Arial"/>
              </a:defRPr>
            </a:defPPr>
            <a:lvl1pPr>
              <a:defRPr sz="1292" b="0">
                <a:solidFill>
                  <a:srgbClr val="63776F"/>
                </a:solidFill>
                <a:latin typeface="Arial"/>
                <a:ea typeface="Arial"/>
                <a:cs typeface="Arial"/>
              </a:defRPr>
            </a:lvl1pPr>
            <a:lvl2pPr>
              <a:defRPr sz="1292" b="0">
                <a:solidFill>
                  <a:srgbClr val="63776F"/>
                </a:solidFill>
                <a:latin typeface="Arial"/>
                <a:ea typeface="Arial"/>
                <a:cs typeface="Arial"/>
              </a:defRPr>
            </a:lvl2pPr>
            <a:lvl3pPr>
              <a:defRPr sz="1292" b="0">
                <a:solidFill>
                  <a:srgbClr val="63776F"/>
                </a:solidFill>
                <a:latin typeface="Arial"/>
                <a:ea typeface="Arial"/>
                <a:cs typeface="Arial"/>
              </a:defRPr>
            </a:lvl3pPr>
            <a:lvl4pPr>
              <a:defRPr sz="1292" b="0">
                <a:solidFill>
                  <a:srgbClr val="63776F"/>
                </a:solidFill>
                <a:latin typeface="Arial"/>
                <a:ea typeface="Arial"/>
                <a:cs typeface="Arial"/>
              </a:defRPr>
            </a:lvl4pPr>
            <a:lvl5pPr>
              <a:defRPr sz="1292" b="0">
                <a:solidFill>
                  <a:srgbClr val="63776F"/>
                </a:solidFill>
                <a:latin typeface="Arial"/>
                <a:ea typeface="Arial"/>
                <a:cs typeface="Arial"/>
              </a:defRPr>
            </a:lvl5pPr>
            <a:lvl6pPr>
              <a:defRPr sz="1292" b="0">
                <a:solidFill>
                  <a:srgbClr val="63776F"/>
                </a:solidFill>
                <a:latin typeface="Arial"/>
                <a:ea typeface="Arial"/>
                <a:cs typeface="Arial"/>
              </a:defRPr>
            </a:lvl6pPr>
            <a:lvl7pPr>
              <a:defRPr sz="1292" b="0">
                <a:solidFill>
                  <a:srgbClr val="63776F"/>
                </a:solidFill>
                <a:latin typeface="Arial"/>
                <a:ea typeface="Arial"/>
                <a:cs typeface="Arial"/>
              </a:defRPr>
            </a:lvl7pPr>
            <a:lvl8pPr>
              <a:defRPr sz="1292" b="0">
                <a:solidFill>
                  <a:srgbClr val="63776F"/>
                </a:solidFill>
                <a:latin typeface="Arial"/>
                <a:ea typeface="Arial"/>
                <a:cs typeface="Arial"/>
              </a:defRPr>
            </a:lvl8pPr>
            <a:lvl9pPr>
              <a:defRPr sz="1292" b="0">
                <a:solidFill>
                  <a:srgbClr val="63776F"/>
                </a:solidFill>
                <a:latin typeface="Arial"/>
                <a:ea typeface="Arial"/>
                <a:cs typeface="Arial"/>
              </a:defRPr>
            </a:lvl9pPr>
          </a:lstStyle>
          <a:p xmlns:a="http://schemas.openxmlformats.org/drawingml/2006/main">
            <a:pPr>
              <a:defRPr sz="1292" b="0">
                <a:solidFill>
                  <a:srgbClr val="63776F"/>
                </a:solidFill>
                <a:latin typeface="Arial"/>
                <a:ea typeface="Arial"/>
                <a:cs typeface="Arial"/>
              </a:defRPr>
            </a:pPr>
            <a:r>
              <a:rPr sz="1292" b="0">
                <a:solidFill>
                  <a:srgbClr val="63776F"/>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B520C3C3-870C-40E8-BFF3-ED7F5BF0F322}"/>
              </a:ext>
            </a:extLst>
          </p:cNvPr>
          <p:cNvSpPr>
            <a:spLocks xmlns:a="http://schemas.openxmlformats.org/drawingml/2006/main" noGrp="1"/>
          </p:cNvSpPr>
          <p:nvPr/>
        </p:nvSpPr>
        <p:spPr>
          <a:xfrm xmlns:a="http://schemas.openxmlformats.org/drawingml/2006/main">
            <a:off x="9010650" y="2345114"/>
            <a:ext cx="2000250" cy="10270"/>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021AB35-3271-4A0E-B0CC-EAA7136DE4DA}"/>
              </a:ext>
            </a:extLst>
          </p:cNvPr>
          <p:cNvSpPr>
            <a:spLocks xmlns:a="http://schemas.openxmlformats.org/drawingml/2006/main" noGrp="1"/>
          </p:cNvSpPr>
          <p:nvPr/>
        </p:nvSpPr>
        <p:spPr>
          <a:xfrm xmlns:a="http://schemas.openxmlformats.org/drawingml/2006/main">
            <a:off x="9123485" y="2560780"/>
            <a:ext cx="1774581" cy="2824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8" b="1">
                <a:solidFill>
                  <a:srgbClr val="207A5B"/>
                </a:solidFill>
                <a:latin typeface="Arial"/>
                <a:ea typeface="Arial"/>
                <a:cs typeface="Arial"/>
              </a:defRPr>
            </a:defPPr>
            <a:lvl1pPr>
              <a:defRPr sz="848" b="1">
                <a:solidFill>
                  <a:srgbClr val="207A5B"/>
                </a:solidFill>
                <a:latin typeface="Arial"/>
                <a:ea typeface="Arial"/>
                <a:cs typeface="Arial"/>
              </a:defRPr>
            </a:lvl1pPr>
            <a:lvl2pPr>
              <a:defRPr sz="848" b="1">
                <a:solidFill>
                  <a:srgbClr val="207A5B"/>
                </a:solidFill>
                <a:latin typeface="Arial"/>
                <a:ea typeface="Arial"/>
                <a:cs typeface="Arial"/>
              </a:defRPr>
            </a:lvl2pPr>
            <a:lvl3pPr>
              <a:defRPr sz="848" b="1">
                <a:solidFill>
                  <a:srgbClr val="207A5B"/>
                </a:solidFill>
                <a:latin typeface="Arial"/>
                <a:ea typeface="Arial"/>
                <a:cs typeface="Arial"/>
              </a:defRPr>
            </a:lvl3pPr>
            <a:lvl4pPr>
              <a:defRPr sz="848" b="1">
                <a:solidFill>
                  <a:srgbClr val="207A5B"/>
                </a:solidFill>
                <a:latin typeface="Arial"/>
                <a:ea typeface="Arial"/>
                <a:cs typeface="Arial"/>
              </a:defRPr>
            </a:lvl4pPr>
            <a:lvl5pPr>
              <a:defRPr sz="848" b="1">
                <a:solidFill>
                  <a:srgbClr val="207A5B"/>
                </a:solidFill>
                <a:latin typeface="Arial"/>
                <a:ea typeface="Arial"/>
                <a:cs typeface="Arial"/>
              </a:defRPr>
            </a:lvl5pPr>
            <a:lvl6pPr>
              <a:defRPr sz="848" b="1">
                <a:solidFill>
                  <a:srgbClr val="207A5B"/>
                </a:solidFill>
                <a:latin typeface="Arial"/>
                <a:ea typeface="Arial"/>
                <a:cs typeface="Arial"/>
              </a:defRPr>
            </a:lvl6pPr>
            <a:lvl7pPr>
              <a:defRPr sz="848" b="1">
                <a:solidFill>
                  <a:srgbClr val="207A5B"/>
                </a:solidFill>
                <a:latin typeface="Arial"/>
                <a:ea typeface="Arial"/>
                <a:cs typeface="Arial"/>
              </a:defRPr>
            </a:lvl7pPr>
            <a:lvl8pPr>
              <a:defRPr sz="848" b="1">
                <a:solidFill>
                  <a:srgbClr val="207A5B"/>
                </a:solidFill>
                <a:latin typeface="Arial"/>
                <a:ea typeface="Arial"/>
                <a:cs typeface="Arial"/>
              </a:defRPr>
            </a:lvl8pPr>
            <a:lvl9pPr>
              <a:defRPr sz="848" b="1">
                <a:solidFill>
                  <a:srgbClr val="207A5B"/>
                </a:solidFill>
                <a:latin typeface="Arial"/>
                <a:ea typeface="Arial"/>
                <a:cs typeface="Arial"/>
              </a:defRPr>
            </a:lvl9pPr>
          </a:lstStyle>
          <a:p xmlns:a="http://schemas.openxmlformats.org/drawingml/2006/main">
            <a:pPr>
              <a:defRPr sz="848" b="1">
                <a:solidFill>
                  <a:srgbClr val="207A5B"/>
                </a:solidFill>
                <a:latin typeface="Arial"/>
                <a:ea typeface="Arial"/>
                <a:cs typeface="Arial"/>
              </a:defRPr>
            </a:pPr>
            <a:r>
              <a:rPr sz="848" b="1">
                <a:solidFill>
                  <a:srgbClr val="207A5B"/>
                </a:solidFill>
                <a:latin typeface="Arial"/>
                <a:ea typeface="Arial"/>
                <a:cs typeface="Arial"/>
              </a:rPr>
              <a:t>2-ТАЛПЫНЫС НӘТИЖЕСІ</a:t>
            </a:r>
          </a:p>
        </p:txBody>
      </p:sp>
      <p:sp>
        <p:nvSpPr>
          <p:cNvPr id="27" name="">
            <a:extLst xmlns:a="http://schemas.openxmlformats.org/drawingml/2006/main">
              <a:ext uri="{FF2B5EF4-FFF2-40B4-BE49-F238E27FC236}">
                <a16:creationId xmlns:a16="http://schemas.microsoft.com/office/drawing/2014/main" id="{54BE078F-2F32-4440-BCBC-92FA8F5C8A7F}"/>
              </a:ext>
            </a:extLst>
          </p:cNvPr>
          <p:cNvSpPr>
            <a:spLocks xmlns:a="http://schemas.openxmlformats.org/drawingml/2006/main" noGrp="1"/>
          </p:cNvSpPr>
          <p:nvPr/>
        </p:nvSpPr>
        <p:spPr>
          <a:xfrm xmlns:a="http://schemas.openxmlformats.org/drawingml/2006/main">
            <a:off x="9123485" y="3007519"/>
            <a:ext cx="1774581" cy="1797223"/>
          </a:xfrm>
          <a:prstGeom xmlns:a="http://schemas.openxmlformats.org/drawingml/2006/main" prst="roundRect">
            <a:avLst>
              <a:gd name="adj" fmla="val 3220"/>
            </a:avLst>
          </a:prstGeom>
          <a:solidFill xmlns:a="http://schemas.openxmlformats.org/drawingml/2006/main">
            <a:srgbClr val="EDF3D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FBCB491-CEDE-45AD-B46E-AD20CC87F368}"/>
              </a:ext>
            </a:extLst>
          </p:cNvPr>
          <p:cNvSpPr>
            <a:spLocks xmlns:a="http://schemas.openxmlformats.org/drawingml/2006/main" noGrp="1"/>
          </p:cNvSpPr>
          <p:nvPr/>
        </p:nvSpPr>
        <p:spPr>
          <a:xfrm xmlns:a="http://schemas.openxmlformats.org/drawingml/2006/main">
            <a:off x="9241448" y="3223186"/>
            <a:ext cx="1538654" cy="3902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73" b="1">
                <a:solidFill>
                  <a:srgbClr val="103A30"/>
                </a:solidFill>
                <a:latin typeface="Arial"/>
                <a:ea typeface="Arial"/>
                <a:cs typeface="Arial"/>
              </a:defRPr>
            </a:defPPr>
            <a:lvl1pPr>
              <a:defRPr sz="1373" b="1">
                <a:solidFill>
                  <a:srgbClr val="103A30"/>
                </a:solidFill>
                <a:latin typeface="Arial"/>
                <a:ea typeface="Arial"/>
                <a:cs typeface="Arial"/>
              </a:defRPr>
            </a:lvl1pPr>
            <a:lvl2pPr>
              <a:defRPr sz="1373" b="1">
                <a:solidFill>
                  <a:srgbClr val="103A30"/>
                </a:solidFill>
                <a:latin typeface="Arial"/>
                <a:ea typeface="Arial"/>
                <a:cs typeface="Arial"/>
              </a:defRPr>
            </a:lvl2pPr>
            <a:lvl3pPr>
              <a:defRPr sz="1373" b="1">
                <a:solidFill>
                  <a:srgbClr val="103A30"/>
                </a:solidFill>
                <a:latin typeface="Arial"/>
                <a:ea typeface="Arial"/>
                <a:cs typeface="Arial"/>
              </a:defRPr>
            </a:lvl3pPr>
            <a:lvl4pPr>
              <a:defRPr sz="1373" b="1">
                <a:solidFill>
                  <a:srgbClr val="103A30"/>
                </a:solidFill>
                <a:latin typeface="Arial"/>
                <a:ea typeface="Arial"/>
                <a:cs typeface="Arial"/>
              </a:defRPr>
            </a:lvl4pPr>
            <a:lvl5pPr>
              <a:defRPr sz="1373" b="1">
                <a:solidFill>
                  <a:srgbClr val="103A30"/>
                </a:solidFill>
                <a:latin typeface="Arial"/>
                <a:ea typeface="Arial"/>
                <a:cs typeface="Arial"/>
              </a:defRPr>
            </a:lvl5pPr>
            <a:lvl6pPr>
              <a:defRPr sz="1373" b="1">
                <a:solidFill>
                  <a:srgbClr val="103A30"/>
                </a:solidFill>
                <a:latin typeface="Arial"/>
                <a:ea typeface="Arial"/>
                <a:cs typeface="Arial"/>
              </a:defRPr>
            </a:lvl6pPr>
            <a:lvl7pPr>
              <a:defRPr sz="1373" b="1">
                <a:solidFill>
                  <a:srgbClr val="103A30"/>
                </a:solidFill>
                <a:latin typeface="Arial"/>
                <a:ea typeface="Arial"/>
                <a:cs typeface="Arial"/>
              </a:defRPr>
            </a:lvl7pPr>
            <a:lvl8pPr>
              <a:defRPr sz="1373" b="1">
                <a:solidFill>
                  <a:srgbClr val="103A30"/>
                </a:solidFill>
                <a:latin typeface="Arial"/>
                <a:ea typeface="Arial"/>
                <a:cs typeface="Arial"/>
              </a:defRPr>
            </a:lvl8pPr>
            <a:lvl9pPr>
              <a:defRPr sz="1373" b="1">
                <a:solidFill>
                  <a:srgbClr val="103A30"/>
                </a:solidFill>
                <a:latin typeface="Arial"/>
                <a:ea typeface="Arial"/>
                <a:cs typeface="Arial"/>
              </a:defRPr>
            </a:lvl9pPr>
          </a:lstStyle>
          <a:p xmlns:a="http://schemas.openxmlformats.org/drawingml/2006/main">
            <a:pPr>
              <a:defRPr sz="1373" b="1">
                <a:solidFill>
                  <a:srgbClr val="103A30"/>
                </a:solidFill>
                <a:latin typeface="Arial"/>
                <a:ea typeface="Arial"/>
                <a:cs typeface="Arial"/>
              </a:defRPr>
            </a:pPr>
            <a:r>
              <a:rPr sz="1373" b="1">
                <a:solidFill>
                  <a:srgbClr val="103A30"/>
                </a:solidFill>
                <a:latin typeface="Arial"/>
                <a:ea typeface="Arial"/>
                <a:cs typeface="Arial"/>
              </a:rPr>
              <a:t>Курс аяқталды!</a:t>
            </a:r>
          </a:p>
        </p:txBody>
      </p:sp>
      <p:sp>
        <p:nvSpPr>
          <p:cNvPr id="29" name="">
            <a:extLst xmlns:a="http://schemas.openxmlformats.org/drawingml/2006/main">
              <a:ext uri="{FF2B5EF4-FFF2-40B4-BE49-F238E27FC236}">
                <a16:creationId xmlns:a16="http://schemas.microsoft.com/office/drawing/2014/main" id="{CBD0400D-919B-4294-943B-DDB126C2BD37}"/>
              </a:ext>
            </a:extLst>
          </p:cNvPr>
          <p:cNvSpPr>
            <a:spLocks xmlns:a="http://schemas.openxmlformats.org/drawingml/2006/main" noGrp="1"/>
          </p:cNvSpPr>
          <p:nvPr/>
        </p:nvSpPr>
        <p:spPr>
          <a:xfrm xmlns:a="http://schemas.openxmlformats.org/drawingml/2006/main">
            <a:off x="9359412" y="3736678"/>
            <a:ext cx="1333500" cy="539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48" b="1">
                <a:solidFill>
                  <a:srgbClr val="207A5B"/>
                </a:solidFill>
                <a:latin typeface="Arial"/>
                <a:ea typeface="Arial"/>
                <a:cs typeface="Arial"/>
              </a:defRPr>
            </a:defPPr>
            <a:lvl1pPr>
              <a:defRPr sz="2948" b="1">
                <a:solidFill>
                  <a:srgbClr val="207A5B"/>
                </a:solidFill>
                <a:latin typeface="Arial"/>
                <a:ea typeface="Arial"/>
                <a:cs typeface="Arial"/>
              </a:defRPr>
            </a:lvl1pPr>
            <a:lvl2pPr>
              <a:defRPr sz="2948" b="1">
                <a:solidFill>
                  <a:srgbClr val="207A5B"/>
                </a:solidFill>
                <a:latin typeface="Arial"/>
                <a:ea typeface="Arial"/>
                <a:cs typeface="Arial"/>
              </a:defRPr>
            </a:lvl2pPr>
            <a:lvl3pPr>
              <a:defRPr sz="2948" b="1">
                <a:solidFill>
                  <a:srgbClr val="207A5B"/>
                </a:solidFill>
                <a:latin typeface="Arial"/>
                <a:ea typeface="Arial"/>
                <a:cs typeface="Arial"/>
              </a:defRPr>
            </a:lvl3pPr>
            <a:lvl4pPr>
              <a:defRPr sz="2948" b="1">
                <a:solidFill>
                  <a:srgbClr val="207A5B"/>
                </a:solidFill>
                <a:latin typeface="Arial"/>
                <a:ea typeface="Arial"/>
                <a:cs typeface="Arial"/>
              </a:defRPr>
            </a:lvl4pPr>
            <a:lvl5pPr>
              <a:defRPr sz="2948" b="1">
                <a:solidFill>
                  <a:srgbClr val="207A5B"/>
                </a:solidFill>
                <a:latin typeface="Arial"/>
                <a:ea typeface="Arial"/>
                <a:cs typeface="Arial"/>
              </a:defRPr>
            </a:lvl5pPr>
            <a:lvl6pPr>
              <a:defRPr sz="2948" b="1">
                <a:solidFill>
                  <a:srgbClr val="207A5B"/>
                </a:solidFill>
                <a:latin typeface="Arial"/>
                <a:ea typeface="Arial"/>
                <a:cs typeface="Arial"/>
              </a:defRPr>
            </a:lvl6pPr>
            <a:lvl7pPr>
              <a:defRPr sz="2948" b="1">
                <a:solidFill>
                  <a:srgbClr val="207A5B"/>
                </a:solidFill>
                <a:latin typeface="Arial"/>
                <a:ea typeface="Arial"/>
                <a:cs typeface="Arial"/>
              </a:defRPr>
            </a:lvl7pPr>
            <a:lvl8pPr>
              <a:defRPr sz="2948" b="1">
                <a:solidFill>
                  <a:srgbClr val="207A5B"/>
                </a:solidFill>
                <a:latin typeface="Arial"/>
                <a:ea typeface="Arial"/>
                <a:cs typeface="Arial"/>
              </a:defRPr>
            </a:lvl8pPr>
            <a:lvl9pPr>
              <a:defRPr sz="2948" b="1">
                <a:solidFill>
                  <a:srgbClr val="207A5B"/>
                </a:solidFill>
                <a:latin typeface="Arial"/>
                <a:ea typeface="Arial"/>
                <a:cs typeface="Arial"/>
              </a:defRPr>
            </a:lvl9pPr>
          </a:lstStyle>
          <a:p xmlns:a="http://schemas.openxmlformats.org/drawingml/2006/main">
            <a:pPr>
              <a:defRPr sz="2948" b="1">
                <a:solidFill>
                  <a:srgbClr val="207A5B"/>
                </a:solidFill>
                <a:latin typeface="Arial"/>
                <a:ea typeface="Arial"/>
                <a:cs typeface="Arial"/>
              </a:defRPr>
            </a:pPr>
            <a:r>
              <a:rPr sz="2948" b="1">
                <a:solidFill>
                  <a:srgbClr val="207A5B"/>
                </a:solidFill>
                <a:latin typeface="Arial"/>
                <a:ea typeface="Arial"/>
                <a:cs typeface="Arial"/>
              </a:rPr>
              <a:t>100%</a:t>
            </a:r>
          </a:p>
        </p:txBody>
      </p:sp>
      <p:sp>
        <p:nvSpPr>
          <p:cNvPr id="30" name="">
            <a:extLst xmlns:a="http://schemas.openxmlformats.org/drawingml/2006/main">
              <a:ext uri="{FF2B5EF4-FFF2-40B4-BE49-F238E27FC236}">
                <a16:creationId xmlns:a16="http://schemas.microsoft.com/office/drawing/2014/main" id="{6D50BC16-E84B-4F88-BCE0-12B26B6C75D7}"/>
              </a:ext>
            </a:extLst>
          </p:cNvPr>
          <p:cNvSpPr>
            <a:spLocks xmlns:a="http://schemas.openxmlformats.org/drawingml/2006/main" noGrp="1"/>
          </p:cNvSpPr>
          <p:nvPr/>
        </p:nvSpPr>
        <p:spPr>
          <a:xfrm xmlns:a="http://schemas.openxmlformats.org/drawingml/2006/main">
            <a:off x="9226062" y="4363138"/>
            <a:ext cx="1610458" cy="2824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69" b="0">
                <a:solidFill>
                  <a:srgbClr val="103A30"/>
                </a:solidFill>
                <a:latin typeface="Arial"/>
                <a:ea typeface="Arial"/>
                <a:cs typeface="Arial"/>
              </a:defRPr>
            </a:defPPr>
            <a:lvl1pPr>
              <a:defRPr sz="969" b="0">
                <a:solidFill>
                  <a:srgbClr val="103A30"/>
                </a:solidFill>
                <a:latin typeface="Arial"/>
                <a:ea typeface="Arial"/>
                <a:cs typeface="Arial"/>
              </a:defRPr>
            </a:lvl1pPr>
            <a:lvl2pPr>
              <a:defRPr sz="969" b="0">
                <a:solidFill>
                  <a:srgbClr val="103A30"/>
                </a:solidFill>
                <a:latin typeface="Arial"/>
                <a:ea typeface="Arial"/>
                <a:cs typeface="Arial"/>
              </a:defRPr>
            </a:lvl2pPr>
            <a:lvl3pPr>
              <a:defRPr sz="969" b="0">
                <a:solidFill>
                  <a:srgbClr val="103A30"/>
                </a:solidFill>
                <a:latin typeface="Arial"/>
                <a:ea typeface="Arial"/>
                <a:cs typeface="Arial"/>
              </a:defRPr>
            </a:lvl3pPr>
            <a:lvl4pPr>
              <a:defRPr sz="969" b="0">
                <a:solidFill>
                  <a:srgbClr val="103A30"/>
                </a:solidFill>
                <a:latin typeface="Arial"/>
                <a:ea typeface="Arial"/>
                <a:cs typeface="Arial"/>
              </a:defRPr>
            </a:lvl4pPr>
            <a:lvl5pPr>
              <a:defRPr sz="969" b="0">
                <a:solidFill>
                  <a:srgbClr val="103A30"/>
                </a:solidFill>
                <a:latin typeface="Arial"/>
                <a:ea typeface="Arial"/>
                <a:cs typeface="Arial"/>
              </a:defRPr>
            </a:lvl5pPr>
            <a:lvl6pPr>
              <a:defRPr sz="969" b="0">
                <a:solidFill>
                  <a:srgbClr val="103A30"/>
                </a:solidFill>
                <a:latin typeface="Arial"/>
                <a:ea typeface="Arial"/>
                <a:cs typeface="Arial"/>
              </a:defRPr>
            </a:lvl6pPr>
            <a:lvl7pPr>
              <a:defRPr sz="969" b="0">
                <a:solidFill>
                  <a:srgbClr val="103A30"/>
                </a:solidFill>
                <a:latin typeface="Arial"/>
                <a:ea typeface="Arial"/>
                <a:cs typeface="Arial"/>
              </a:defRPr>
            </a:lvl7pPr>
            <a:lvl8pPr>
              <a:defRPr sz="969" b="0">
                <a:solidFill>
                  <a:srgbClr val="103A30"/>
                </a:solidFill>
                <a:latin typeface="Arial"/>
                <a:ea typeface="Arial"/>
                <a:cs typeface="Arial"/>
              </a:defRPr>
            </a:lvl8pPr>
            <a:lvl9pPr>
              <a:defRPr sz="969" b="0">
                <a:solidFill>
                  <a:srgbClr val="103A30"/>
                </a:solidFill>
                <a:latin typeface="Arial"/>
                <a:ea typeface="Arial"/>
                <a:cs typeface="Arial"/>
              </a:defRPr>
            </a:lvl9pPr>
          </a:lstStyle>
          <a:p xmlns:a="http://schemas.openxmlformats.org/drawingml/2006/main">
            <a:pPr>
              <a:defRPr sz="969" b="0">
                <a:solidFill>
                  <a:srgbClr val="103A30"/>
                </a:solidFill>
                <a:latin typeface="Arial"/>
                <a:ea typeface="Arial"/>
                <a:cs typeface="Arial"/>
              </a:defRPr>
            </a:pPr>
            <a:r>
              <a:rPr sz="969" b="0">
                <a:solidFill>
                  <a:srgbClr val="103A30"/>
                </a:solidFill>
                <a:latin typeface="Arial"/>
                <a:ea typeface="Arial"/>
                <a:cs typeface="Arial"/>
              </a:rPr>
              <a:t>5 сұрақтың 5-еуі дұрыс</a:t>
            </a:r>
          </a:p>
        </p:txBody>
      </p:sp>
      <p:sp>
        <p:nvSpPr>
          <p:cNvPr id="31" name="">
            <a:extLst xmlns:a="http://schemas.openxmlformats.org/drawingml/2006/main">
              <a:ext uri="{FF2B5EF4-FFF2-40B4-BE49-F238E27FC236}">
                <a16:creationId xmlns:a16="http://schemas.microsoft.com/office/drawing/2014/main" id="{AAA64722-F282-4FBE-A53C-E200960DF4ED}"/>
              </a:ext>
            </a:extLst>
          </p:cNvPr>
          <p:cNvSpPr>
            <a:spLocks xmlns:a="http://schemas.openxmlformats.org/drawingml/2006/main" noGrp="1"/>
          </p:cNvSpPr>
          <p:nvPr/>
        </p:nvSpPr>
        <p:spPr>
          <a:xfrm xmlns:a="http://schemas.openxmlformats.org/drawingml/2006/main">
            <a:off x="9123485" y="5010139"/>
            <a:ext cx="1754065" cy="462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3776F"/>
                </a:solidFill>
                <a:latin typeface="Arial"/>
                <a:ea typeface="Arial"/>
                <a:cs typeface="Arial"/>
              </a:defRPr>
            </a:defPPr>
            <a:lvl1pPr>
              <a:defRPr sz="1050" b="0">
                <a:solidFill>
                  <a:srgbClr val="63776F"/>
                </a:solidFill>
                <a:latin typeface="Arial"/>
                <a:ea typeface="Arial"/>
                <a:cs typeface="Arial"/>
              </a:defRPr>
            </a:lvl1pPr>
            <a:lvl2pPr>
              <a:defRPr sz="1050" b="0">
                <a:solidFill>
                  <a:srgbClr val="63776F"/>
                </a:solidFill>
                <a:latin typeface="Arial"/>
                <a:ea typeface="Arial"/>
                <a:cs typeface="Arial"/>
              </a:defRPr>
            </a:lvl2pPr>
            <a:lvl3pPr>
              <a:defRPr sz="1050" b="0">
                <a:solidFill>
                  <a:srgbClr val="63776F"/>
                </a:solidFill>
                <a:latin typeface="Arial"/>
                <a:ea typeface="Arial"/>
                <a:cs typeface="Arial"/>
              </a:defRPr>
            </a:lvl3pPr>
            <a:lvl4pPr>
              <a:defRPr sz="1050" b="0">
                <a:solidFill>
                  <a:srgbClr val="63776F"/>
                </a:solidFill>
                <a:latin typeface="Arial"/>
                <a:ea typeface="Arial"/>
                <a:cs typeface="Arial"/>
              </a:defRPr>
            </a:lvl4pPr>
            <a:lvl5pPr>
              <a:defRPr sz="1050" b="0">
                <a:solidFill>
                  <a:srgbClr val="63776F"/>
                </a:solidFill>
                <a:latin typeface="Arial"/>
                <a:ea typeface="Arial"/>
                <a:cs typeface="Arial"/>
              </a:defRPr>
            </a:lvl5pPr>
            <a:lvl6pPr>
              <a:defRPr sz="1050" b="0">
                <a:solidFill>
                  <a:srgbClr val="63776F"/>
                </a:solidFill>
                <a:latin typeface="Arial"/>
                <a:ea typeface="Arial"/>
                <a:cs typeface="Arial"/>
              </a:defRPr>
            </a:lvl6pPr>
            <a:lvl7pPr>
              <a:defRPr sz="1050" b="0">
                <a:solidFill>
                  <a:srgbClr val="63776F"/>
                </a:solidFill>
                <a:latin typeface="Arial"/>
                <a:ea typeface="Arial"/>
                <a:cs typeface="Arial"/>
              </a:defRPr>
            </a:lvl7pPr>
            <a:lvl8pPr>
              <a:defRPr sz="1050" b="0">
                <a:solidFill>
                  <a:srgbClr val="63776F"/>
                </a:solidFill>
                <a:latin typeface="Arial"/>
                <a:ea typeface="Arial"/>
                <a:cs typeface="Arial"/>
              </a:defRPr>
            </a:lvl8pPr>
            <a:lvl9pPr>
              <a:defRPr sz="1050" b="0">
                <a:solidFill>
                  <a:srgbClr val="63776F"/>
                </a:solidFill>
                <a:latin typeface="Arial"/>
                <a:ea typeface="Arial"/>
                <a:cs typeface="Arial"/>
              </a:defRPr>
            </a:lvl9pPr>
          </a:lstStyle>
          <a:p xmlns:a="http://schemas.openxmlformats.org/drawingml/2006/main">
            <a:pPr>
              <a:defRPr sz="1050" b="0">
                <a:solidFill>
                  <a:srgbClr val="63776F"/>
                </a:solidFill>
                <a:latin typeface="Arial"/>
                <a:ea typeface="Arial"/>
                <a:cs typeface="Arial"/>
              </a:defRPr>
            </a:pPr>
            <a:r>
              <a:rPr sz="1050" b="0">
                <a:solidFill>
                  <a:srgbClr val="63776F"/>
                </a:solidFill>
                <a:latin typeface="Arial"/>
                <a:ea typeface="Arial"/>
                <a:cs typeface="Arial"/>
              </a:rPr>
              <a:t>Аяқтау туралы хабарлама</a:t>
            </a:r>
          </a:p>
          <a:p xmlns:a="http://schemas.openxmlformats.org/drawingml/2006/main">
            <a:pPr>
              <a:defRPr sz="1050" b="0">
                <a:solidFill>
                  <a:srgbClr val="63776F"/>
                </a:solidFill>
                <a:latin typeface="Arial"/>
                <a:ea typeface="Arial"/>
                <a:cs typeface="Arial"/>
              </a:defRPr>
            </a:pPr>
            <a:r>
              <a:rPr sz="1050" b="0">
                <a:solidFill>
                  <a:srgbClr val="63776F"/>
                </a:solidFill>
                <a:latin typeface="Arial"/>
                <a:ea typeface="Arial"/>
                <a:cs typeface="Arial"/>
              </a:rPr>
              <a:t>кабинетіңізге жіберілді.</a:t>
            </a:r>
          </a:p>
        </p:txBody>
      </p:sp>
      <p:sp>
        <p:nvSpPr>
          <p:cNvPr id="32" name="">
            <a:extLst xmlns:a="http://schemas.openxmlformats.org/drawingml/2006/main">
              <a:ext uri="{FF2B5EF4-FFF2-40B4-BE49-F238E27FC236}">
                <a16:creationId xmlns:a16="http://schemas.microsoft.com/office/drawing/2014/main" id="{B7D59C44-8DA4-44C8-9902-F31505CDA33D}"/>
              </a:ext>
            </a:extLst>
          </p:cNvPr>
          <p:cNvSpPr>
            <a:spLocks xmlns:a="http://schemas.openxmlformats.org/drawingml/2006/main" noGrp="1"/>
          </p:cNvSpPr>
          <p:nvPr/>
        </p:nvSpPr>
        <p:spPr>
          <a:xfrm xmlns:a="http://schemas.openxmlformats.org/drawingml/2006/main">
            <a:off x="9123485" y="5698218"/>
            <a:ext cx="1774581" cy="328635"/>
          </a:xfrm>
          <a:prstGeom xmlns:a="http://schemas.openxmlformats.org/drawingml/2006/main" prst="roundRect">
            <a:avLst>
              <a:gd name="adj" fmla="val 17390"/>
            </a:avLst>
          </a:prstGeom>
          <a:solidFill xmlns:a="http://schemas.openxmlformats.org/drawingml/2006/main">
            <a:srgbClr val="E8F2E9"/>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78A9156-0277-4FA1-8FF5-5C0E32180C88}"/>
              </a:ext>
            </a:extLst>
          </p:cNvPr>
          <p:cNvSpPr>
            <a:spLocks xmlns:a="http://schemas.openxmlformats.org/drawingml/2006/main" noGrp="1"/>
          </p:cNvSpPr>
          <p:nvPr/>
        </p:nvSpPr>
        <p:spPr>
          <a:xfrm xmlns:a="http://schemas.openxmlformats.org/drawingml/2006/main">
            <a:off x="9215804" y="5785512"/>
            <a:ext cx="1610458" cy="220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69" b="1">
                <a:solidFill>
                  <a:srgbClr val="207A5B"/>
                </a:solidFill>
                <a:latin typeface="Arial"/>
                <a:ea typeface="Arial"/>
                <a:cs typeface="Arial"/>
              </a:defRPr>
            </a:defPPr>
            <a:lvl1pPr>
              <a:defRPr sz="969" b="1">
                <a:solidFill>
                  <a:srgbClr val="207A5B"/>
                </a:solidFill>
                <a:latin typeface="Arial"/>
                <a:ea typeface="Arial"/>
                <a:cs typeface="Arial"/>
              </a:defRPr>
            </a:lvl1pPr>
            <a:lvl2pPr>
              <a:defRPr sz="969" b="1">
                <a:solidFill>
                  <a:srgbClr val="207A5B"/>
                </a:solidFill>
                <a:latin typeface="Arial"/>
                <a:ea typeface="Arial"/>
                <a:cs typeface="Arial"/>
              </a:defRPr>
            </a:lvl2pPr>
            <a:lvl3pPr>
              <a:defRPr sz="969" b="1">
                <a:solidFill>
                  <a:srgbClr val="207A5B"/>
                </a:solidFill>
                <a:latin typeface="Arial"/>
                <a:ea typeface="Arial"/>
                <a:cs typeface="Arial"/>
              </a:defRPr>
            </a:lvl3pPr>
            <a:lvl4pPr>
              <a:defRPr sz="969" b="1">
                <a:solidFill>
                  <a:srgbClr val="207A5B"/>
                </a:solidFill>
                <a:latin typeface="Arial"/>
                <a:ea typeface="Arial"/>
                <a:cs typeface="Arial"/>
              </a:defRPr>
            </a:lvl4pPr>
            <a:lvl5pPr>
              <a:defRPr sz="969" b="1">
                <a:solidFill>
                  <a:srgbClr val="207A5B"/>
                </a:solidFill>
                <a:latin typeface="Arial"/>
                <a:ea typeface="Arial"/>
                <a:cs typeface="Arial"/>
              </a:defRPr>
            </a:lvl5pPr>
            <a:lvl6pPr>
              <a:defRPr sz="969" b="1">
                <a:solidFill>
                  <a:srgbClr val="207A5B"/>
                </a:solidFill>
                <a:latin typeface="Arial"/>
                <a:ea typeface="Arial"/>
                <a:cs typeface="Arial"/>
              </a:defRPr>
            </a:lvl6pPr>
            <a:lvl7pPr>
              <a:defRPr sz="969" b="1">
                <a:solidFill>
                  <a:srgbClr val="207A5B"/>
                </a:solidFill>
                <a:latin typeface="Arial"/>
                <a:ea typeface="Arial"/>
                <a:cs typeface="Arial"/>
              </a:defRPr>
            </a:lvl7pPr>
            <a:lvl8pPr>
              <a:defRPr sz="969" b="1">
                <a:solidFill>
                  <a:srgbClr val="207A5B"/>
                </a:solidFill>
                <a:latin typeface="Arial"/>
                <a:ea typeface="Arial"/>
                <a:cs typeface="Arial"/>
              </a:defRPr>
            </a:lvl8pPr>
            <a:lvl9pPr>
              <a:defRPr sz="969" b="1">
                <a:solidFill>
                  <a:srgbClr val="207A5B"/>
                </a:solidFill>
                <a:latin typeface="Arial"/>
                <a:ea typeface="Arial"/>
                <a:cs typeface="Arial"/>
              </a:defRPr>
            </a:lvl9pPr>
          </a:lstStyle>
          <a:p xmlns:a="http://schemas.openxmlformats.org/drawingml/2006/main">
            <a:pPr>
              <a:defRPr sz="969" b="1">
                <a:solidFill>
                  <a:srgbClr val="207A5B"/>
                </a:solidFill>
                <a:latin typeface="Arial"/>
                <a:ea typeface="Arial"/>
                <a:cs typeface="Arial"/>
              </a:defRPr>
            </a:pPr>
            <a:r>
              <a:rPr sz="969" b="1">
                <a:solidFill>
                  <a:srgbClr val="207A5B"/>
                </a:solidFill>
                <a:latin typeface="Arial"/>
                <a:ea typeface="Arial"/>
                <a:cs typeface="Arial"/>
              </a:rPr>
              <a:t>Материалдарға оралу</a:t>
            </a:r>
          </a:p>
        </p:txBody>
      </p:sp>
      <p:sp>
        <p:nvSpPr>
          <p:cNvPr id="34" name="">
            <a:extLst xmlns:a="http://schemas.openxmlformats.org/drawingml/2006/main">
              <a:ext uri="{FF2B5EF4-FFF2-40B4-BE49-F238E27FC236}">
                <a16:creationId xmlns:a16="http://schemas.microsoft.com/office/drawing/2014/main" id="{409C02DF-79FE-41E5-85B5-E2DDAFCCBB0B}"/>
              </a:ext>
            </a:extLst>
          </p:cNvPr>
          <p:cNvSpPr>
            <a:spLocks xmlns:a="http://schemas.openxmlformats.org/drawingml/2006/main" noGrp="1"/>
          </p:cNvSpPr>
          <p:nvPr/>
        </p:nvSpPr>
        <p:spPr>
          <a:xfrm xmlns:a="http://schemas.openxmlformats.org/drawingml/2006/main">
            <a:off x="6238875" y="6496050"/>
            <a:ext cx="5238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B8CBC4"/>
                </a:solidFill>
                <a:latin typeface="Arial"/>
                <a:ea typeface="Arial"/>
                <a:cs typeface="Arial"/>
              </a:defRPr>
            </a:defPPr>
            <a:lvl1pPr>
              <a:defRPr sz="975" b="0">
                <a:solidFill>
                  <a:srgbClr val="B8CBC4"/>
                </a:solidFill>
                <a:latin typeface="Arial"/>
                <a:ea typeface="Arial"/>
                <a:cs typeface="Arial"/>
              </a:defRPr>
            </a:lvl1pPr>
            <a:lvl2pPr>
              <a:defRPr sz="975" b="0">
                <a:solidFill>
                  <a:srgbClr val="B8CBC4"/>
                </a:solidFill>
                <a:latin typeface="Arial"/>
                <a:ea typeface="Arial"/>
                <a:cs typeface="Arial"/>
              </a:defRPr>
            </a:lvl2pPr>
            <a:lvl3pPr>
              <a:defRPr sz="975" b="0">
                <a:solidFill>
                  <a:srgbClr val="B8CBC4"/>
                </a:solidFill>
                <a:latin typeface="Arial"/>
                <a:ea typeface="Arial"/>
                <a:cs typeface="Arial"/>
              </a:defRPr>
            </a:lvl3pPr>
            <a:lvl4pPr>
              <a:defRPr sz="975" b="0">
                <a:solidFill>
                  <a:srgbClr val="B8CBC4"/>
                </a:solidFill>
                <a:latin typeface="Arial"/>
                <a:ea typeface="Arial"/>
                <a:cs typeface="Arial"/>
              </a:defRPr>
            </a:lvl4pPr>
            <a:lvl5pPr>
              <a:defRPr sz="975" b="0">
                <a:solidFill>
                  <a:srgbClr val="B8CBC4"/>
                </a:solidFill>
                <a:latin typeface="Arial"/>
                <a:ea typeface="Arial"/>
                <a:cs typeface="Arial"/>
              </a:defRPr>
            </a:lvl5pPr>
            <a:lvl6pPr>
              <a:defRPr sz="975" b="0">
                <a:solidFill>
                  <a:srgbClr val="B8CBC4"/>
                </a:solidFill>
                <a:latin typeface="Arial"/>
                <a:ea typeface="Arial"/>
                <a:cs typeface="Arial"/>
              </a:defRPr>
            </a:lvl6pPr>
            <a:lvl7pPr>
              <a:defRPr sz="975" b="0">
                <a:solidFill>
                  <a:srgbClr val="B8CBC4"/>
                </a:solidFill>
                <a:latin typeface="Arial"/>
                <a:ea typeface="Arial"/>
                <a:cs typeface="Arial"/>
              </a:defRPr>
            </a:lvl7pPr>
            <a:lvl8pPr>
              <a:defRPr sz="975" b="0">
                <a:solidFill>
                  <a:srgbClr val="B8CBC4"/>
                </a:solidFill>
                <a:latin typeface="Arial"/>
                <a:ea typeface="Arial"/>
                <a:cs typeface="Arial"/>
              </a:defRPr>
            </a:lvl8pPr>
            <a:lvl9pPr>
              <a:defRPr sz="975" b="0">
                <a:solidFill>
                  <a:srgbClr val="B8CBC4"/>
                </a:solidFill>
                <a:latin typeface="Arial"/>
                <a:ea typeface="Arial"/>
                <a:cs typeface="Arial"/>
              </a:defRPr>
            </a:lvl9pPr>
          </a:lstStyle>
          <a:p xmlns:a="http://schemas.openxmlformats.org/drawingml/2006/main">
            <a:pPr>
              <a:defRPr sz="975" b="0">
                <a:solidFill>
                  <a:srgbClr val="B8CBC4"/>
                </a:solidFill>
                <a:latin typeface="Arial"/>
                <a:ea typeface="Arial"/>
                <a:cs typeface="Arial"/>
              </a:defRPr>
            </a:pPr>
            <a:r>
              <a:rPr sz="975" b="0">
                <a:solidFill>
                  <a:srgbClr val="B8CBC4"/>
                </a:solidFill>
                <a:latin typeface="Arial"/>
                <a:ea typeface="Arial"/>
                <a:cs typeface="Arial"/>
              </a:rPr>
              <a:t>Интерфейстің қазақша макеті</a:t>
            </a:r>
          </a:p>
        </p:txBody>
      </p:sp>
    </p:spTree>
    <p:extLst>
      <p:ext uri="{BB962C8B-B14F-4D97-AF65-F5344CB8AC3E}">
        <p14:creationId xmlns:p14="http://schemas.microsoft.com/office/powerpoint/2010/main" val="469802030"/>
      </p:ext>
    </p:extLst>
  </p:cSld>
</p:sld>
</file>

<file path=ppt/slides/slide6.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270F759-6C68-49A1-9B4D-A54FA9ED5A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5037F6D-19E3-4316-BBFD-B93168FB96F0}"/>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AI Jana базаға сүйенеді</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және дереккөзін көрсетеді.</a:t>
            </a:r>
          </a:p>
        </p:txBody>
      </p:sp>
      <p:sp>
        <p:nvSpPr>
          <p:cNvPr id="4" name="">
            <a:extLst xmlns:a="http://schemas.openxmlformats.org/drawingml/2006/main">
              <a:ext uri="{FF2B5EF4-FFF2-40B4-BE49-F238E27FC236}">
                <a16:creationId xmlns:a16="http://schemas.microsoft.com/office/drawing/2014/main" id="{7BA60B06-76C2-48F1-BA2E-C964310B6307}"/>
              </a:ext>
            </a:extLst>
          </p:cNvPr>
          <p:cNvSpPr>
            <a:spLocks xmlns:a="http://schemas.openxmlformats.org/drawingml/2006/main" noGrp="1"/>
          </p:cNvSpPr>
          <p:nvPr/>
        </p:nvSpPr>
        <p:spPr>
          <a:xfrm xmlns:a="http://schemas.openxmlformats.org/drawingml/2006/main">
            <a:off x="609600" y="2076450"/>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07A5B"/>
                </a:solidFill>
                <a:latin typeface="Arial"/>
                <a:ea typeface="Arial"/>
                <a:cs typeface="Arial"/>
              </a:defRPr>
            </a:defPPr>
            <a:lvl1pPr>
              <a:defRPr sz="2325" b="1">
                <a:solidFill>
                  <a:srgbClr val="207A5B"/>
                </a:solidFill>
                <a:latin typeface="Arial"/>
                <a:ea typeface="Arial"/>
                <a:cs typeface="Arial"/>
              </a:defRPr>
            </a:lvl1pPr>
            <a:lvl2pPr>
              <a:defRPr sz="2325" b="1">
                <a:solidFill>
                  <a:srgbClr val="207A5B"/>
                </a:solidFill>
                <a:latin typeface="Arial"/>
                <a:ea typeface="Arial"/>
                <a:cs typeface="Arial"/>
              </a:defRPr>
            </a:lvl2pPr>
            <a:lvl3pPr>
              <a:defRPr sz="2325" b="1">
                <a:solidFill>
                  <a:srgbClr val="207A5B"/>
                </a:solidFill>
                <a:latin typeface="Arial"/>
                <a:ea typeface="Arial"/>
                <a:cs typeface="Arial"/>
              </a:defRPr>
            </a:lvl3pPr>
            <a:lvl4pPr>
              <a:defRPr sz="2325" b="1">
                <a:solidFill>
                  <a:srgbClr val="207A5B"/>
                </a:solidFill>
                <a:latin typeface="Arial"/>
                <a:ea typeface="Arial"/>
                <a:cs typeface="Arial"/>
              </a:defRPr>
            </a:lvl4pPr>
            <a:lvl5pPr>
              <a:defRPr sz="2325" b="1">
                <a:solidFill>
                  <a:srgbClr val="207A5B"/>
                </a:solidFill>
                <a:latin typeface="Arial"/>
                <a:ea typeface="Arial"/>
                <a:cs typeface="Arial"/>
              </a:defRPr>
            </a:lvl5pPr>
            <a:lvl6pPr>
              <a:defRPr sz="2325" b="1">
                <a:solidFill>
                  <a:srgbClr val="207A5B"/>
                </a:solidFill>
                <a:latin typeface="Arial"/>
                <a:ea typeface="Arial"/>
                <a:cs typeface="Arial"/>
              </a:defRPr>
            </a:lvl6pPr>
            <a:lvl7pPr>
              <a:defRPr sz="2325" b="1">
                <a:solidFill>
                  <a:srgbClr val="207A5B"/>
                </a:solidFill>
                <a:latin typeface="Arial"/>
                <a:ea typeface="Arial"/>
                <a:cs typeface="Arial"/>
              </a:defRPr>
            </a:lvl7pPr>
            <a:lvl8pPr>
              <a:defRPr sz="2325" b="1">
                <a:solidFill>
                  <a:srgbClr val="207A5B"/>
                </a:solidFill>
                <a:latin typeface="Arial"/>
                <a:ea typeface="Arial"/>
                <a:cs typeface="Arial"/>
              </a:defRPr>
            </a:lvl8pPr>
            <a:lvl9pPr>
              <a:defRPr sz="2325" b="1">
                <a:solidFill>
                  <a:srgbClr val="207A5B"/>
                </a:solidFill>
                <a:latin typeface="Arial"/>
                <a:ea typeface="Arial"/>
                <a:cs typeface="Arial"/>
              </a:defRPr>
            </a:lvl9pPr>
          </a:lstStyle>
          <a:p xmlns:a="http://schemas.openxmlformats.org/drawingml/2006/main">
            <a:pPr>
              <a:defRPr sz="2325" b="1">
                <a:solidFill>
                  <a:srgbClr val="207A5B"/>
                </a:solidFill>
                <a:latin typeface="Arial"/>
                <a:ea typeface="Arial"/>
                <a:cs typeface="Arial"/>
              </a:defRPr>
            </a:pPr>
            <a:r>
              <a:rPr sz="2325" b="1">
                <a:solidFill>
                  <a:srgbClr val="207A5B"/>
                </a:solidFill>
                <a:latin typeface="Arial"/>
                <a:ea typeface="Arial"/>
                <a:cs typeface="Arial"/>
              </a:rPr>
              <a:t>База қамтитын сұрақ</a:t>
            </a:r>
          </a:p>
        </p:txBody>
      </p:sp>
      <p:sp>
        <p:nvSpPr>
          <p:cNvPr id="5" name="">
            <a:extLst xmlns:a="http://schemas.openxmlformats.org/drawingml/2006/main">
              <a:ext uri="{FF2B5EF4-FFF2-40B4-BE49-F238E27FC236}">
                <a16:creationId xmlns:a16="http://schemas.microsoft.com/office/drawing/2014/main" id="{606F07D3-4C99-4E81-B2B9-703CA23246E9}"/>
              </a:ext>
            </a:extLst>
          </p:cNvPr>
          <p:cNvSpPr>
            <a:spLocks xmlns:a="http://schemas.openxmlformats.org/drawingml/2006/main" noGrp="1"/>
          </p:cNvSpPr>
          <p:nvPr/>
        </p:nvSpPr>
        <p:spPr>
          <a:xfrm xmlns:a="http://schemas.openxmlformats.org/drawingml/2006/main">
            <a:off x="609600" y="2619375"/>
            <a:ext cx="4810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Дереккөзге сілтемесі бар жауап</a:t>
            </a:r>
          </a:p>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және нұсқаулыққа өту.</a:t>
            </a:r>
          </a:p>
        </p:txBody>
      </p:sp>
      <p:sp>
        <p:nvSpPr>
          <p:cNvPr id="6" name="">
            <a:extLst xmlns:a="http://schemas.openxmlformats.org/drawingml/2006/main">
              <a:ext uri="{FF2B5EF4-FFF2-40B4-BE49-F238E27FC236}">
                <a16:creationId xmlns:a16="http://schemas.microsoft.com/office/drawing/2014/main" id="{A83FDA5A-7896-4B0A-B2CD-0850B3285FDA}"/>
              </a:ext>
            </a:extLst>
          </p:cNvPr>
          <p:cNvSpPr>
            <a:spLocks xmlns:a="http://schemas.openxmlformats.org/drawingml/2006/main" noGrp="1"/>
          </p:cNvSpPr>
          <p:nvPr/>
        </p:nvSpPr>
        <p:spPr>
          <a:xfrm xmlns:a="http://schemas.openxmlformats.org/drawingml/2006/main">
            <a:off x="609600" y="3657600"/>
            <a:ext cx="4619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0FA9B2-AB9B-4FF8-8D81-F726551AED06}"/>
              </a:ext>
            </a:extLst>
          </p:cNvPr>
          <p:cNvSpPr>
            <a:spLocks xmlns:a="http://schemas.openxmlformats.org/drawingml/2006/main" noGrp="1"/>
          </p:cNvSpPr>
          <p:nvPr/>
        </p:nvSpPr>
        <p:spPr>
          <a:xfrm xmlns:a="http://schemas.openxmlformats.org/drawingml/2006/main">
            <a:off x="609600" y="3933825"/>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C76338"/>
                </a:solidFill>
                <a:latin typeface="Arial"/>
                <a:ea typeface="Arial"/>
                <a:cs typeface="Arial"/>
              </a:defRPr>
            </a:defPPr>
            <a:lvl1pPr>
              <a:defRPr sz="2325" b="1">
                <a:solidFill>
                  <a:srgbClr val="C76338"/>
                </a:solidFill>
                <a:latin typeface="Arial"/>
                <a:ea typeface="Arial"/>
                <a:cs typeface="Arial"/>
              </a:defRPr>
            </a:lvl1pPr>
            <a:lvl2pPr>
              <a:defRPr sz="2325" b="1">
                <a:solidFill>
                  <a:srgbClr val="C76338"/>
                </a:solidFill>
                <a:latin typeface="Arial"/>
                <a:ea typeface="Arial"/>
                <a:cs typeface="Arial"/>
              </a:defRPr>
            </a:lvl2pPr>
            <a:lvl3pPr>
              <a:defRPr sz="2325" b="1">
                <a:solidFill>
                  <a:srgbClr val="C76338"/>
                </a:solidFill>
                <a:latin typeface="Arial"/>
                <a:ea typeface="Arial"/>
                <a:cs typeface="Arial"/>
              </a:defRPr>
            </a:lvl3pPr>
            <a:lvl4pPr>
              <a:defRPr sz="2325" b="1">
                <a:solidFill>
                  <a:srgbClr val="C76338"/>
                </a:solidFill>
                <a:latin typeface="Arial"/>
                <a:ea typeface="Arial"/>
                <a:cs typeface="Arial"/>
              </a:defRPr>
            </a:lvl4pPr>
            <a:lvl5pPr>
              <a:defRPr sz="2325" b="1">
                <a:solidFill>
                  <a:srgbClr val="C76338"/>
                </a:solidFill>
                <a:latin typeface="Arial"/>
                <a:ea typeface="Arial"/>
                <a:cs typeface="Arial"/>
              </a:defRPr>
            </a:lvl5pPr>
            <a:lvl6pPr>
              <a:defRPr sz="2325" b="1">
                <a:solidFill>
                  <a:srgbClr val="C76338"/>
                </a:solidFill>
                <a:latin typeface="Arial"/>
                <a:ea typeface="Arial"/>
                <a:cs typeface="Arial"/>
              </a:defRPr>
            </a:lvl6pPr>
            <a:lvl7pPr>
              <a:defRPr sz="2325" b="1">
                <a:solidFill>
                  <a:srgbClr val="C76338"/>
                </a:solidFill>
                <a:latin typeface="Arial"/>
                <a:ea typeface="Arial"/>
                <a:cs typeface="Arial"/>
              </a:defRPr>
            </a:lvl7pPr>
            <a:lvl8pPr>
              <a:defRPr sz="2325" b="1">
                <a:solidFill>
                  <a:srgbClr val="C76338"/>
                </a:solidFill>
                <a:latin typeface="Arial"/>
                <a:ea typeface="Arial"/>
                <a:cs typeface="Arial"/>
              </a:defRPr>
            </a:lvl8pPr>
            <a:lvl9pPr>
              <a:defRPr sz="2325" b="1">
                <a:solidFill>
                  <a:srgbClr val="C76338"/>
                </a:solidFill>
                <a:latin typeface="Arial"/>
                <a:ea typeface="Arial"/>
                <a:cs typeface="Arial"/>
              </a:defRPr>
            </a:lvl9pPr>
          </a:lstStyle>
          <a:p xmlns:a="http://schemas.openxmlformats.org/drawingml/2006/main">
            <a:pPr>
              <a:defRPr sz="2325" b="1">
                <a:solidFill>
                  <a:srgbClr val="C76338"/>
                </a:solidFill>
                <a:latin typeface="Arial"/>
                <a:ea typeface="Arial"/>
                <a:cs typeface="Arial"/>
              </a:defRPr>
            </a:pPr>
            <a:r>
              <a:rPr sz="2325" b="1">
                <a:solidFill>
                  <a:srgbClr val="C76338"/>
                </a:solidFill>
                <a:latin typeface="Arial"/>
                <a:ea typeface="Arial"/>
                <a:cs typeface="Arial"/>
              </a:rPr>
              <a:t>Базада жауабы жоқ сұрақ</a:t>
            </a:r>
          </a:p>
        </p:txBody>
      </p:sp>
      <p:sp>
        <p:nvSpPr>
          <p:cNvPr id="8" name="">
            <a:extLst xmlns:a="http://schemas.openxmlformats.org/drawingml/2006/main">
              <a:ext uri="{FF2B5EF4-FFF2-40B4-BE49-F238E27FC236}">
                <a16:creationId xmlns:a16="http://schemas.microsoft.com/office/drawing/2014/main" id="{DDF41292-1EF3-46E6-A46F-0633D4A19D0D}"/>
              </a:ext>
            </a:extLst>
          </p:cNvPr>
          <p:cNvSpPr>
            <a:spLocks xmlns:a="http://schemas.openxmlformats.org/drawingml/2006/main" noGrp="1"/>
          </p:cNvSpPr>
          <p:nvPr/>
        </p:nvSpPr>
        <p:spPr>
          <a:xfrm xmlns:a="http://schemas.openxmlformats.org/drawingml/2006/main">
            <a:off x="609600" y="4495800"/>
            <a:ext cx="4810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Жауап жоқ екенін хабарлау</a:t>
            </a:r>
          </a:p>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және HR-ға бағыттау.</a:t>
            </a:r>
          </a:p>
        </p:txBody>
      </p:sp>
      <p:sp>
        <p:nvSpPr>
          <p:cNvPr id="9" name="">
            <a:extLst xmlns:a="http://schemas.openxmlformats.org/drawingml/2006/main">
              <a:ext uri="{FF2B5EF4-FFF2-40B4-BE49-F238E27FC236}">
                <a16:creationId xmlns:a16="http://schemas.microsoft.com/office/drawing/2014/main" id="{ADAE2A2D-CD7A-4D98-A5AA-A99238C01382}"/>
              </a:ext>
            </a:extLst>
          </p:cNvPr>
          <p:cNvSpPr>
            <a:spLocks xmlns:a="http://schemas.openxmlformats.org/drawingml/2006/main" noGrp="1"/>
          </p:cNvSpPr>
          <p:nvPr/>
        </p:nvSpPr>
        <p:spPr>
          <a:xfrm xmlns:a="http://schemas.openxmlformats.org/drawingml/2006/main">
            <a:off x="609600" y="57626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3776F"/>
                </a:solidFill>
                <a:latin typeface="Arial"/>
                <a:ea typeface="Arial"/>
                <a:cs typeface="Arial"/>
              </a:defRPr>
            </a:defPPr>
            <a:lvl1pPr>
              <a:defRPr sz="1500" b="0">
                <a:solidFill>
                  <a:srgbClr val="63776F"/>
                </a:solidFill>
                <a:latin typeface="Arial"/>
                <a:ea typeface="Arial"/>
                <a:cs typeface="Arial"/>
              </a:defRPr>
            </a:lvl1pPr>
            <a:lvl2pPr>
              <a:defRPr sz="1500" b="0">
                <a:solidFill>
                  <a:srgbClr val="63776F"/>
                </a:solidFill>
                <a:latin typeface="Arial"/>
                <a:ea typeface="Arial"/>
                <a:cs typeface="Arial"/>
              </a:defRPr>
            </a:lvl2pPr>
            <a:lvl3pPr>
              <a:defRPr sz="1500" b="0">
                <a:solidFill>
                  <a:srgbClr val="63776F"/>
                </a:solidFill>
                <a:latin typeface="Arial"/>
                <a:ea typeface="Arial"/>
                <a:cs typeface="Arial"/>
              </a:defRPr>
            </a:lvl3pPr>
            <a:lvl4pPr>
              <a:defRPr sz="1500" b="0">
                <a:solidFill>
                  <a:srgbClr val="63776F"/>
                </a:solidFill>
                <a:latin typeface="Arial"/>
                <a:ea typeface="Arial"/>
                <a:cs typeface="Arial"/>
              </a:defRPr>
            </a:lvl4pPr>
            <a:lvl5pPr>
              <a:defRPr sz="1500" b="0">
                <a:solidFill>
                  <a:srgbClr val="63776F"/>
                </a:solidFill>
                <a:latin typeface="Arial"/>
                <a:ea typeface="Arial"/>
                <a:cs typeface="Arial"/>
              </a:defRPr>
            </a:lvl5pPr>
            <a:lvl6pPr>
              <a:defRPr sz="1500" b="0">
                <a:solidFill>
                  <a:srgbClr val="63776F"/>
                </a:solidFill>
                <a:latin typeface="Arial"/>
                <a:ea typeface="Arial"/>
                <a:cs typeface="Arial"/>
              </a:defRPr>
            </a:lvl6pPr>
            <a:lvl7pPr>
              <a:defRPr sz="1500" b="0">
                <a:solidFill>
                  <a:srgbClr val="63776F"/>
                </a:solidFill>
                <a:latin typeface="Arial"/>
                <a:ea typeface="Arial"/>
                <a:cs typeface="Arial"/>
              </a:defRPr>
            </a:lvl7pPr>
            <a:lvl8pPr>
              <a:defRPr sz="1500" b="0">
                <a:solidFill>
                  <a:srgbClr val="63776F"/>
                </a:solidFill>
                <a:latin typeface="Arial"/>
                <a:ea typeface="Arial"/>
                <a:cs typeface="Arial"/>
              </a:defRPr>
            </a:lvl8pPr>
            <a:lvl9pPr>
              <a:defRPr sz="1500" b="0">
                <a:solidFill>
                  <a:srgbClr val="63776F"/>
                </a:solidFill>
                <a:latin typeface="Arial"/>
                <a:ea typeface="Arial"/>
                <a:cs typeface="Arial"/>
              </a:defRPr>
            </a:lvl9pPr>
          </a:lstStyle>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Қазіргі прототип 9 сынақ мақаласынан іздейді.</a:t>
            </a:r>
          </a:p>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Сыртқы тілдік модель қосылмаған.</a:t>
            </a:r>
          </a:p>
        </p:txBody>
      </p:sp>
      <p:sp>
        <p:nvSpPr>
          <p:cNvPr id="10" name="">
            <a:extLst xmlns:a="http://schemas.openxmlformats.org/drawingml/2006/main">
              <a:ext uri="{FF2B5EF4-FFF2-40B4-BE49-F238E27FC236}">
                <a16:creationId xmlns:a16="http://schemas.microsoft.com/office/drawing/2014/main" id="{57865529-5B67-4E67-960D-2A8DDDCC92E1}"/>
              </a:ext>
            </a:extLst>
          </p:cNvPr>
          <p:cNvSpPr>
            <a:spLocks xmlns:a="http://schemas.openxmlformats.org/drawingml/2006/main" noGrp="1"/>
          </p:cNvSpPr>
          <p:nvPr/>
        </p:nvSpPr>
        <p:spPr>
          <a:xfrm xmlns:a="http://schemas.openxmlformats.org/drawingml/2006/main">
            <a:off x="6172200" y="1771650"/>
            <a:ext cx="2228850" cy="4667250"/>
          </a:xfrm>
          <a:prstGeom xmlns:a="http://schemas.openxmlformats.org/drawingml/2006/main" prst="roundRect">
            <a:avLst>
              <a:gd name="adj" fmla="val 3419"/>
            </a:avLst>
          </a:prstGeom>
          <a:solidFill xmlns:a="http://schemas.openxmlformats.org/drawingml/2006/main">
            <a:srgbClr val="103A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A370FB7-AEF7-4E21-94C1-F0882E777C84}"/>
              </a:ext>
            </a:extLst>
          </p:cNvPr>
          <p:cNvSpPr>
            <a:spLocks xmlns:a="http://schemas.openxmlformats.org/drawingml/2006/main" noGrp="1"/>
          </p:cNvSpPr>
          <p:nvPr/>
        </p:nvSpPr>
        <p:spPr>
          <a:xfrm xmlns:a="http://schemas.openxmlformats.org/drawingml/2006/main">
            <a:off x="8943975" y="1771650"/>
            <a:ext cx="2228850" cy="4667250"/>
          </a:xfrm>
          <a:prstGeom xmlns:a="http://schemas.openxmlformats.org/drawingml/2006/main" prst="roundRect">
            <a:avLst>
              <a:gd name="adj" fmla="val 3419"/>
            </a:avLst>
          </a:prstGeom>
          <a:solidFill xmlns:a="http://schemas.openxmlformats.org/drawingml/2006/main">
            <a:srgbClr val="103A3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06EC0B2-4C6C-4B52-85DC-A9865866F5CD}"/>
              </a:ext>
            </a:extLst>
          </p:cNvPr>
          <p:cNvSpPr>
            <a:spLocks xmlns:a="http://schemas.openxmlformats.org/drawingml/2006/main" noGrp="1"/>
          </p:cNvSpPr>
          <p:nvPr/>
        </p:nvSpPr>
        <p:spPr>
          <a:xfrm xmlns:a="http://schemas.openxmlformats.org/drawingml/2006/main">
            <a:off x="6238875" y="1838325"/>
            <a:ext cx="2095500" cy="45339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8AE091-C38A-4BC6-B84F-A29E97668420}"/>
              </a:ext>
            </a:extLst>
          </p:cNvPr>
          <p:cNvSpPr>
            <a:spLocks xmlns:a="http://schemas.openxmlformats.org/drawingml/2006/main" noGrp="1"/>
          </p:cNvSpPr>
          <p:nvPr/>
        </p:nvSpPr>
        <p:spPr>
          <a:xfrm xmlns:a="http://schemas.openxmlformats.org/drawingml/2006/main">
            <a:off x="6357083" y="1967251"/>
            <a:ext cx="1665654" cy="2471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8" b="1">
                <a:solidFill>
                  <a:srgbClr val="103A30"/>
                </a:solidFill>
                <a:latin typeface="Arial"/>
                <a:ea typeface="Arial"/>
                <a:cs typeface="Arial"/>
              </a:defRPr>
            </a:defPPr>
            <a:lvl1pPr>
              <a:defRPr sz="1058" b="1">
                <a:solidFill>
                  <a:srgbClr val="103A30"/>
                </a:solidFill>
                <a:latin typeface="Arial"/>
                <a:ea typeface="Arial"/>
                <a:cs typeface="Arial"/>
              </a:defRPr>
            </a:lvl1pPr>
            <a:lvl2pPr>
              <a:defRPr sz="1058" b="1">
                <a:solidFill>
                  <a:srgbClr val="103A30"/>
                </a:solidFill>
                <a:latin typeface="Arial"/>
                <a:ea typeface="Arial"/>
                <a:cs typeface="Arial"/>
              </a:defRPr>
            </a:lvl2pPr>
            <a:lvl3pPr>
              <a:defRPr sz="1058" b="1">
                <a:solidFill>
                  <a:srgbClr val="103A30"/>
                </a:solidFill>
                <a:latin typeface="Arial"/>
                <a:ea typeface="Arial"/>
                <a:cs typeface="Arial"/>
              </a:defRPr>
            </a:lvl3pPr>
            <a:lvl4pPr>
              <a:defRPr sz="1058" b="1">
                <a:solidFill>
                  <a:srgbClr val="103A30"/>
                </a:solidFill>
                <a:latin typeface="Arial"/>
                <a:ea typeface="Arial"/>
                <a:cs typeface="Arial"/>
              </a:defRPr>
            </a:lvl4pPr>
            <a:lvl5pPr>
              <a:defRPr sz="1058" b="1">
                <a:solidFill>
                  <a:srgbClr val="103A30"/>
                </a:solidFill>
                <a:latin typeface="Arial"/>
                <a:ea typeface="Arial"/>
                <a:cs typeface="Arial"/>
              </a:defRPr>
            </a:lvl5pPr>
            <a:lvl6pPr>
              <a:defRPr sz="1058" b="1">
                <a:solidFill>
                  <a:srgbClr val="103A30"/>
                </a:solidFill>
                <a:latin typeface="Arial"/>
                <a:ea typeface="Arial"/>
                <a:cs typeface="Arial"/>
              </a:defRPr>
            </a:lvl6pPr>
            <a:lvl7pPr>
              <a:defRPr sz="1058" b="1">
                <a:solidFill>
                  <a:srgbClr val="103A30"/>
                </a:solidFill>
                <a:latin typeface="Arial"/>
                <a:ea typeface="Arial"/>
                <a:cs typeface="Arial"/>
              </a:defRPr>
            </a:lvl7pPr>
            <a:lvl8pPr>
              <a:defRPr sz="1058" b="1">
                <a:solidFill>
                  <a:srgbClr val="103A30"/>
                </a:solidFill>
                <a:latin typeface="Arial"/>
                <a:ea typeface="Arial"/>
                <a:cs typeface="Arial"/>
              </a:defRPr>
            </a:lvl8pPr>
            <a:lvl9pPr>
              <a:defRPr sz="1058" b="1">
                <a:solidFill>
                  <a:srgbClr val="103A30"/>
                </a:solidFill>
                <a:latin typeface="Arial"/>
                <a:ea typeface="Arial"/>
                <a:cs typeface="Arial"/>
              </a:defRPr>
            </a:lvl9pPr>
          </a:lstStyle>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AI Jana</a:t>
            </a:r>
          </a:p>
        </p:txBody>
      </p:sp>
      <p:sp>
        <p:nvSpPr>
          <p:cNvPr id="14" name="">
            <a:extLst xmlns:a="http://schemas.openxmlformats.org/drawingml/2006/main">
              <a:ext uri="{FF2B5EF4-FFF2-40B4-BE49-F238E27FC236}">
                <a16:creationId xmlns:a16="http://schemas.microsoft.com/office/drawing/2014/main" id="{70DF068A-4FC7-4184-B3EB-943E7EA043C6}"/>
              </a:ext>
            </a:extLst>
          </p:cNvPr>
          <p:cNvSpPr>
            <a:spLocks xmlns:a="http://schemas.openxmlformats.org/drawingml/2006/main" noGrp="1"/>
          </p:cNvSpPr>
          <p:nvPr/>
        </p:nvSpPr>
        <p:spPr>
          <a:xfrm xmlns:a="http://schemas.openxmlformats.org/drawingml/2006/main">
            <a:off x="8108706" y="1945763"/>
            <a:ext cx="145073" cy="2417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4" b="0">
                <a:solidFill>
                  <a:srgbClr val="63776F"/>
                </a:solidFill>
                <a:latin typeface="Arial"/>
                <a:ea typeface="Arial"/>
                <a:cs typeface="Arial"/>
              </a:defRPr>
            </a:defPPr>
            <a:lvl1pPr>
              <a:defRPr sz="1354" b="0">
                <a:solidFill>
                  <a:srgbClr val="63776F"/>
                </a:solidFill>
                <a:latin typeface="Arial"/>
                <a:ea typeface="Arial"/>
                <a:cs typeface="Arial"/>
              </a:defRPr>
            </a:lvl1pPr>
            <a:lvl2pPr>
              <a:defRPr sz="1354" b="0">
                <a:solidFill>
                  <a:srgbClr val="63776F"/>
                </a:solidFill>
                <a:latin typeface="Arial"/>
                <a:ea typeface="Arial"/>
                <a:cs typeface="Arial"/>
              </a:defRPr>
            </a:lvl2pPr>
            <a:lvl3pPr>
              <a:defRPr sz="1354" b="0">
                <a:solidFill>
                  <a:srgbClr val="63776F"/>
                </a:solidFill>
                <a:latin typeface="Arial"/>
                <a:ea typeface="Arial"/>
                <a:cs typeface="Arial"/>
              </a:defRPr>
            </a:lvl3pPr>
            <a:lvl4pPr>
              <a:defRPr sz="1354" b="0">
                <a:solidFill>
                  <a:srgbClr val="63776F"/>
                </a:solidFill>
                <a:latin typeface="Arial"/>
                <a:ea typeface="Arial"/>
                <a:cs typeface="Arial"/>
              </a:defRPr>
            </a:lvl4pPr>
            <a:lvl5pPr>
              <a:defRPr sz="1354" b="0">
                <a:solidFill>
                  <a:srgbClr val="63776F"/>
                </a:solidFill>
                <a:latin typeface="Arial"/>
                <a:ea typeface="Arial"/>
                <a:cs typeface="Arial"/>
              </a:defRPr>
            </a:lvl5pPr>
            <a:lvl6pPr>
              <a:defRPr sz="1354" b="0">
                <a:solidFill>
                  <a:srgbClr val="63776F"/>
                </a:solidFill>
                <a:latin typeface="Arial"/>
                <a:ea typeface="Arial"/>
                <a:cs typeface="Arial"/>
              </a:defRPr>
            </a:lvl6pPr>
            <a:lvl7pPr>
              <a:defRPr sz="1354" b="0">
                <a:solidFill>
                  <a:srgbClr val="63776F"/>
                </a:solidFill>
                <a:latin typeface="Arial"/>
                <a:ea typeface="Arial"/>
                <a:cs typeface="Arial"/>
              </a:defRPr>
            </a:lvl7pPr>
            <a:lvl8pPr>
              <a:defRPr sz="1354" b="0">
                <a:solidFill>
                  <a:srgbClr val="63776F"/>
                </a:solidFill>
                <a:latin typeface="Arial"/>
                <a:ea typeface="Arial"/>
                <a:cs typeface="Arial"/>
              </a:defRPr>
            </a:lvl8pPr>
            <a:lvl9pPr>
              <a:defRPr sz="1354" b="0">
                <a:solidFill>
                  <a:srgbClr val="63776F"/>
                </a:solidFill>
                <a:latin typeface="Arial"/>
                <a:ea typeface="Arial"/>
                <a:cs typeface="Arial"/>
              </a:defRPr>
            </a:lvl9pPr>
          </a:lstStyle>
          <a:p xmlns:a="http://schemas.openxmlformats.org/drawingml/2006/main">
            <a:pPr>
              <a:defRPr sz="1354" b="0">
                <a:solidFill>
                  <a:srgbClr val="63776F"/>
                </a:solidFill>
                <a:latin typeface="Arial"/>
                <a:ea typeface="Arial"/>
                <a:cs typeface="Arial"/>
              </a:defRPr>
            </a:pPr>
            <a:r>
              <a:rPr sz="1354" b="0">
                <a:solidFill>
                  <a:srgbClr val="63776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8DB722E8-254C-4927-8B54-E1D72B186A47}"/>
              </a:ext>
            </a:extLst>
          </p:cNvPr>
          <p:cNvSpPr>
            <a:spLocks xmlns:a="http://schemas.openxmlformats.org/drawingml/2006/main" noGrp="1"/>
          </p:cNvSpPr>
          <p:nvPr/>
        </p:nvSpPr>
        <p:spPr>
          <a:xfrm xmlns:a="http://schemas.openxmlformats.org/drawingml/2006/main">
            <a:off x="6238875" y="2278822"/>
            <a:ext cx="2095500" cy="10744"/>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49EE6C5-1DF4-4E39-BB18-B6B25FE1A8EE}"/>
              </a:ext>
            </a:extLst>
          </p:cNvPr>
          <p:cNvSpPr>
            <a:spLocks xmlns:a="http://schemas.openxmlformats.org/drawingml/2006/main" noGrp="1"/>
          </p:cNvSpPr>
          <p:nvPr/>
        </p:nvSpPr>
        <p:spPr>
          <a:xfrm xmlns:a="http://schemas.openxmlformats.org/drawingml/2006/main">
            <a:off x="6357083" y="2429236"/>
            <a:ext cx="1773115" cy="193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6" b="1">
                <a:solidFill>
                  <a:srgbClr val="207A5B"/>
                </a:solidFill>
                <a:latin typeface="Arial"/>
                <a:ea typeface="Arial"/>
                <a:cs typeface="Arial"/>
              </a:defRPr>
            </a:defPPr>
            <a:lvl1pPr>
              <a:defRPr sz="846" b="1">
                <a:solidFill>
                  <a:srgbClr val="207A5B"/>
                </a:solidFill>
                <a:latin typeface="Arial"/>
                <a:ea typeface="Arial"/>
                <a:cs typeface="Arial"/>
              </a:defRPr>
            </a:lvl1pPr>
            <a:lvl2pPr>
              <a:defRPr sz="846" b="1">
                <a:solidFill>
                  <a:srgbClr val="207A5B"/>
                </a:solidFill>
                <a:latin typeface="Arial"/>
                <a:ea typeface="Arial"/>
                <a:cs typeface="Arial"/>
              </a:defRPr>
            </a:lvl2pPr>
            <a:lvl3pPr>
              <a:defRPr sz="846" b="1">
                <a:solidFill>
                  <a:srgbClr val="207A5B"/>
                </a:solidFill>
                <a:latin typeface="Arial"/>
                <a:ea typeface="Arial"/>
                <a:cs typeface="Arial"/>
              </a:defRPr>
            </a:lvl3pPr>
            <a:lvl4pPr>
              <a:defRPr sz="846" b="1">
                <a:solidFill>
                  <a:srgbClr val="207A5B"/>
                </a:solidFill>
                <a:latin typeface="Arial"/>
                <a:ea typeface="Arial"/>
                <a:cs typeface="Arial"/>
              </a:defRPr>
            </a:lvl4pPr>
            <a:lvl5pPr>
              <a:defRPr sz="846" b="1">
                <a:solidFill>
                  <a:srgbClr val="207A5B"/>
                </a:solidFill>
                <a:latin typeface="Arial"/>
                <a:ea typeface="Arial"/>
                <a:cs typeface="Arial"/>
              </a:defRPr>
            </a:lvl5pPr>
            <a:lvl6pPr>
              <a:defRPr sz="846" b="1">
                <a:solidFill>
                  <a:srgbClr val="207A5B"/>
                </a:solidFill>
                <a:latin typeface="Arial"/>
                <a:ea typeface="Arial"/>
                <a:cs typeface="Arial"/>
              </a:defRPr>
            </a:lvl6pPr>
            <a:lvl7pPr>
              <a:defRPr sz="846" b="1">
                <a:solidFill>
                  <a:srgbClr val="207A5B"/>
                </a:solidFill>
                <a:latin typeface="Arial"/>
                <a:ea typeface="Arial"/>
                <a:cs typeface="Arial"/>
              </a:defRPr>
            </a:lvl7pPr>
            <a:lvl8pPr>
              <a:defRPr sz="846" b="1">
                <a:solidFill>
                  <a:srgbClr val="207A5B"/>
                </a:solidFill>
                <a:latin typeface="Arial"/>
                <a:ea typeface="Arial"/>
                <a:cs typeface="Arial"/>
              </a:defRPr>
            </a:lvl8pPr>
            <a:lvl9pPr>
              <a:defRPr sz="846" b="1">
                <a:solidFill>
                  <a:srgbClr val="207A5B"/>
                </a:solidFill>
                <a:latin typeface="Arial"/>
                <a:ea typeface="Arial"/>
                <a:cs typeface="Arial"/>
              </a:defRPr>
            </a:lvl9pPr>
          </a:lstStyle>
          <a:p xmlns:a="http://schemas.openxmlformats.org/drawingml/2006/main">
            <a:pPr>
              <a:defRPr sz="846" b="1">
                <a:solidFill>
                  <a:srgbClr val="207A5B"/>
                </a:solidFill>
                <a:latin typeface="Arial"/>
                <a:ea typeface="Arial"/>
                <a:cs typeface="Arial"/>
              </a:defRPr>
            </a:pPr>
            <a:r>
              <a:rPr sz="846" b="1">
                <a:solidFill>
                  <a:srgbClr val="207A5B"/>
                </a:solidFill>
                <a:latin typeface="Arial"/>
                <a:ea typeface="Arial"/>
                <a:cs typeface="Arial"/>
              </a:rPr>
              <a:t>СЫНАҚ БАЗАСЫ</a:t>
            </a:r>
          </a:p>
        </p:txBody>
      </p:sp>
      <p:sp>
        <p:nvSpPr>
          <p:cNvPr id="17" name="">
            <a:extLst xmlns:a="http://schemas.openxmlformats.org/drawingml/2006/main">
              <a:ext uri="{FF2B5EF4-FFF2-40B4-BE49-F238E27FC236}">
                <a16:creationId xmlns:a16="http://schemas.microsoft.com/office/drawing/2014/main" id="{718B62BD-8385-4349-9978-D5B60FF186BD}"/>
              </a:ext>
            </a:extLst>
          </p:cNvPr>
          <p:cNvSpPr>
            <a:spLocks xmlns:a="http://schemas.openxmlformats.org/drawingml/2006/main" noGrp="1"/>
          </p:cNvSpPr>
          <p:nvPr/>
        </p:nvSpPr>
        <p:spPr>
          <a:xfrm xmlns:a="http://schemas.openxmlformats.org/drawingml/2006/main">
            <a:off x="6357083" y="2703204"/>
            <a:ext cx="1853712" cy="40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1" b="0">
                <a:solidFill>
                  <a:srgbClr val="63776F"/>
                </a:solidFill>
                <a:latin typeface="Arial"/>
                <a:ea typeface="Arial"/>
                <a:cs typeface="Arial"/>
              </a:defRPr>
            </a:defPPr>
            <a:lvl1pPr>
              <a:defRPr sz="931" b="0">
                <a:solidFill>
                  <a:srgbClr val="63776F"/>
                </a:solidFill>
                <a:latin typeface="Arial"/>
                <a:ea typeface="Arial"/>
                <a:cs typeface="Arial"/>
              </a:defRPr>
            </a:lvl1pPr>
            <a:lvl2pPr>
              <a:defRPr sz="931" b="0">
                <a:solidFill>
                  <a:srgbClr val="63776F"/>
                </a:solidFill>
                <a:latin typeface="Arial"/>
                <a:ea typeface="Arial"/>
                <a:cs typeface="Arial"/>
              </a:defRPr>
            </a:lvl2pPr>
            <a:lvl3pPr>
              <a:defRPr sz="931" b="0">
                <a:solidFill>
                  <a:srgbClr val="63776F"/>
                </a:solidFill>
                <a:latin typeface="Arial"/>
                <a:ea typeface="Arial"/>
                <a:cs typeface="Arial"/>
              </a:defRPr>
            </a:lvl3pPr>
            <a:lvl4pPr>
              <a:defRPr sz="931" b="0">
                <a:solidFill>
                  <a:srgbClr val="63776F"/>
                </a:solidFill>
                <a:latin typeface="Arial"/>
                <a:ea typeface="Arial"/>
                <a:cs typeface="Arial"/>
              </a:defRPr>
            </a:lvl4pPr>
            <a:lvl5pPr>
              <a:defRPr sz="931" b="0">
                <a:solidFill>
                  <a:srgbClr val="63776F"/>
                </a:solidFill>
                <a:latin typeface="Arial"/>
                <a:ea typeface="Arial"/>
                <a:cs typeface="Arial"/>
              </a:defRPr>
            </a:lvl5pPr>
            <a:lvl6pPr>
              <a:defRPr sz="931" b="0">
                <a:solidFill>
                  <a:srgbClr val="63776F"/>
                </a:solidFill>
                <a:latin typeface="Arial"/>
                <a:ea typeface="Arial"/>
                <a:cs typeface="Arial"/>
              </a:defRPr>
            </a:lvl6pPr>
            <a:lvl7pPr>
              <a:defRPr sz="931" b="0">
                <a:solidFill>
                  <a:srgbClr val="63776F"/>
                </a:solidFill>
                <a:latin typeface="Arial"/>
                <a:ea typeface="Arial"/>
                <a:cs typeface="Arial"/>
              </a:defRPr>
            </a:lvl7pPr>
            <a:lvl8pPr>
              <a:defRPr sz="931" b="0">
                <a:solidFill>
                  <a:srgbClr val="63776F"/>
                </a:solidFill>
                <a:latin typeface="Arial"/>
                <a:ea typeface="Arial"/>
                <a:cs typeface="Arial"/>
              </a:defRPr>
            </a:lvl8pPr>
            <a:lvl9pPr>
              <a:defRPr sz="931" b="0">
                <a:solidFill>
                  <a:srgbClr val="63776F"/>
                </a:solidFill>
                <a:latin typeface="Arial"/>
                <a:ea typeface="Arial"/>
                <a:cs typeface="Arial"/>
              </a:defRPr>
            </a:lvl9pPr>
          </a:lstStyle>
          <a:p xmlns:a="http://schemas.openxmlformats.org/drawingml/2006/main">
            <a:pPr>
              <a:defRPr sz="931" b="0">
                <a:solidFill>
                  <a:srgbClr val="63776F"/>
                </a:solidFill>
                <a:latin typeface="Arial"/>
                <a:ea typeface="Arial"/>
                <a:cs typeface="Arial"/>
              </a:defRPr>
            </a:pPr>
            <a:r>
              <a:rPr sz="931" b="0">
                <a:solidFill>
                  <a:srgbClr val="63776F"/>
                </a:solidFill>
                <a:latin typeface="Arial"/>
                <a:ea typeface="Arial"/>
                <a:cs typeface="Arial"/>
              </a:rPr>
              <a:t>Тілдік модельсіз демо.</a:t>
            </a:r>
          </a:p>
          <a:p xmlns:a="http://schemas.openxmlformats.org/drawingml/2006/main">
            <a:pPr>
              <a:defRPr sz="931" b="0">
                <a:solidFill>
                  <a:srgbClr val="63776F"/>
                </a:solidFill>
                <a:latin typeface="Arial"/>
                <a:ea typeface="Arial"/>
                <a:cs typeface="Arial"/>
              </a:defRPr>
            </a:pPr>
            <a:r>
              <a:rPr sz="931" b="0">
                <a:solidFill>
                  <a:srgbClr val="63776F"/>
                </a:solidFill>
                <a:latin typeface="Arial"/>
                <a:ea typeface="Arial"/>
                <a:cs typeface="Arial"/>
              </a:rPr>
              <a:t>Кабинет туралы 9 мақала.</a:t>
            </a:r>
          </a:p>
        </p:txBody>
      </p:sp>
      <p:sp>
        <p:nvSpPr>
          <p:cNvPr id="18" name="">
            <a:extLst xmlns:a="http://schemas.openxmlformats.org/drawingml/2006/main">
              <a:ext uri="{FF2B5EF4-FFF2-40B4-BE49-F238E27FC236}">
                <a16:creationId xmlns:a16="http://schemas.microsoft.com/office/drawing/2014/main" id="{E230A976-FC92-41EE-8939-3D009450738A}"/>
              </a:ext>
            </a:extLst>
          </p:cNvPr>
          <p:cNvSpPr>
            <a:spLocks xmlns:a="http://schemas.openxmlformats.org/drawingml/2006/main" noGrp="1"/>
          </p:cNvSpPr>
          <p:nvPr/>
        </p:nvSpPr>
        <p:spPr>
          <a:xfrm xmlns:a="http://schemas.openxmlformats.org/drawingml/2006/main">
            <a:off x="6588125" y="3256512"/>
            <a:ext cx="1617296" cy="596283"/>
          </a:xfrm>
          <a:prstGeom xmlns:a="http://schemas.openxmlformats.org/drawingml/2006/main" prst="roundRect">
            <a:avLst>
              <a:gd name="adj" fmla="val 9584"/>
            </a:avLst>
          </a:prstGeom>
          <a:solidFill xmlns:a="http://schemas.openxmlformats.org/drawingml/2006/main">
            <a:srgbClr val="E8F2E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CBE4A56-4AF3-4A38-9C43-3AA29E9EA738}"/>
              </a:ext>
            </a:extLst>
          </p:cNvPr>
          <p:cNvSpPr>
            <a:spLocks xmlns:a="http://schemas.openxmlformats.org/drawingml/2006/main" noGrp="1"/>
          </p:cNvSpPr>
          <p:nvPr/>
        </p:nvSpPr>
        <p:spPr>
          <a:xfrm xmlns:a="http://schemas.openxmlformats.org/drawingml/2006/main">
            <a:off x="6690213" y="3358578"/>
            <a:ext cx="1429238" cy="4512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103A30"/>
                </a:solidFill>
                <a:latin typeface="Arial"/>
                <a:ea typeface="Arial"/>
                <a:cs typeface="Arial"/>
              </a:defRPr>
            </a:defPPr>
            <a:lvl1pPr>
              <a:defRPr sz="1100" b="1">
                <a:solidFill>
                  <a:srgbClr val="103A30"/>
                </a:solidFill>
                <a:latin typeface="Arial"/>
                <a:ea typeface="Arial"/>
                <a:cs typeface="Arial"/>
              </a:defRPr>
            </a:lvl1pPr>
            <a:lvl2pPr>
              <a:defRPr sz="1100" b="1">
                <a:solidFill>
                  <a:srgbClr val="103A30"/>
                </a:solidFill>
                <a:latin typeface="Arial"/>
                <a:ea typeface="Arial"/>
                <a:cs typeface="Arial"/>
              </a:defRPr>
            </a:lvl2pPr>
            <a:lvl3pPr>
              <a:defRPr sz="1100" b="1">
                <a:solidFill>
                  <a:srgbClr val="103A30"/>
                </a:solidFill>
                <a:latin typeface="Arial"/>
                <a:ea typeface="Arial"/>
                <a:cs typeface="Arial"/>
              </a:defRPr>
            </a:lvl3pPr>
            <a:lvl4pPr>
              <a:defRPr sz="1100" b="1">
                <a:solidFill>
                  <a:srgbClr val="103A30"/>
                </a:solidFill>
                <a:latin typeface="Arial"/>
                <a:ea typeface="Arial"/>
                <a:cs typeface="Arial"/>
              </a:defRPr>
            </a:lvl4pPr>
            <a:lvl5pPr>
              <a:defRPr sz="1100" b="1">
                <a:solidFill>
                  <a:srgbClr val="103A30"/>
                </a:solidFill>
                <a:latin typeface="Arial"/>
                <a:ea typeface="Arial"/>
                <a:cs typeface="Arial"/>
              </a:defRPr>
            </a:lvl5pPr>
            <a:lvl6pPr>
              <a:defRPr sz="1100" b="1">
                <a:solidFill>
                  <a:srgbClr val="103A30"/>
                </a:solidFill>
                <a:latin typeface="Arial"/>
                <a:ea typeface="Arial"/>
                <a:cs typeface="Arial"/>
              </a:defRPr>
            </a:lvl6pPr>
            <a:lvl7pPr>
              <a:defRPr sz="1100" b="1">
                <a:solidFill>
                  <a:srgbClr val="103A30"/>
                </a:solidFill>
                <a:latin typeface="Arial"/>
                <a:ea typeface="Arial"/>
                <a:cs typeface="Arial"/>
              </a:defRPr>
            </a:lvl7pPr>
            <a:lvl8pPr>
              <a:defRPr sz="1100" b="1">
                <a:solidFill>
                  <a:srgbClr val="103A30"/>
                </a:solidFill>
                <a:latin typeface="Arial"/>
                <a:ea typeface="Arial"/>
                <a:cs typeface="Arial"/>
              </a:defRPr>
            </a:lvl8pPr>
            <a:lvl9pPr>
              <a:defRPr sz="1100" b="1">
                <a:solidFill>
                  <a:srgbClr val="103A30"/>
                </a:solidFill>
                <a:latin typeface="Arial"/>
                <a:ea typeface="Arial"/>
                <a:cs typeface="Arial"/>
              </a:defRPr>
            </a:lvl9pPr>
          </a:lstStyle>
          <a:p xmlns:a="http://schemas.openxmlformats.org/drawingml/2006/main">
            <a:pPr>
              <a:defRPr sz="1100" b="1">
                <a:solidFill>
                  <a:srgbClr val="103A30"/>
                </a:solidFill>
                <a:latin typeface="Arial"/>
                <a:ea typeface="Arial"/>
                <a:cs typeface="Arial"/>
              </a:defRPr>
            </a:pPr>
            <a:r>
              <a:rPr sz="1100" b="1">
                <a:solidFill>
                  <a:srgbClr val="103A30"/>
                </a:solidFill>
                <a:latin typeface="Arial"/>
                <a:ea typeface="Arial"/>
                <a:cs typeface="Arial"/>
              </a:rPr>
              <a:t>Тесттің өту шегі</a:t>
            </a:r>
          </a:p>
          <a:p xmlns:a="http://schemas.openxmlformats.org/drawingml/2006/main">
            <a:pPr>
              <a:defRPr sz="1100" b="1">
                <a:solidFill>
                  <a:srgbClr val="103A30"/>
                </a:solidFill>
                <a:latin typeface="Arial"/>
                <a:ea typeface="Arial"/>
                <a:cs typeface="Arial"/>
              </a:defRPr>
            </a:pPr>
            <a:r>
              <a:rPr sz="1100" b="1">
                <a:solidFill>
                  <a:srgbClr val="103A30"/>
                </a:solidFill>
                <a:latin typeface="Arial"/>
                <a:ea typeface="Arial"/>
                <a:cs typeface="Arial"/>
              </a:rPr>
              <a:t>қанша пайыз?</a:t>
            </a:r>
          </a:p>
        </p:txBody>
      </p:sp>
      <p:sp>
        <p:nvSpPr>
          <p:cNvPr id="20" name="">
            <a:extLst xmlns:a="http://schemas.openxmlformats.org/drawingml/2006/main">
              <a:ext uri="{FF2B5EF4-FFF2-40B4-BE49-F238E27FC236}">
                <a16:creationId xmlns:a16="http://schemas.microsoft.com/office/drawing/2014/main" id="{AC1D6F49-2BB9-4932-8373-B95C517E23FC}"/>
              </a:ext>
            </a:extLst>
          </p:cNvPr>
          <p:cNvSpPr>
            <a:spLocks xmlns:a="http://schemas.openxmlformats.org/drawingml/2006/main" noGrp="1"/>
          </p:cNvSpPr>
          <p:nvPr/>
        </p:nvSpPr>
        <p:spPr>
          <a:xfrm xmlns:a="http://schemas.openxmlformats.org/drawingml/2006/main">
            <a:off x="6357083" y="4078415"/>
            <a:ext cx="1773115" cy="2095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3" b="1">
                <a:solidFill>
                  <a:srgbClr val="207A5B"/>
                </a:solidFill>
                <a:latin typeface="Arial"/>
                <a:ea typeface="Arial"/>
                <a:cs typeface="Arial"/>
              </a:defRPr>
            </a:defPPr>
            <a:lvl1pPr>
              <a:defRPr sz="973" b="1">
                <a:solidFill>
                  <a:srgbClr val="207A5B"/>
                </a:solidFill>
                <a:latin typeface="Arial"/>
                <a:ea typeface="Arial"/>
                <a:cs typeface="Arial"/>
              </a:defRPr>
            </a:lvl1pPr>
            <a:lvl2pPr>
              <a:defRPr sz="973" b="1">
                <a:solidFill>
                  <a:srgbClr val="207A5B"/>
                </a:solidFill>
                <a:latin typeface="Arial"/>
                <a:ea typeface="Arial"/>
                <a:cs typeface="Arial"/>
              </a:defRPr>
            </a:lvl2pPr>
            <a:lvl3pPr>
              <a:defRPr sz="973" b="1">
                <a:solidFill>
                  <a:srgbClr val="207A5B"/>
                </a:solidFill>
                <a:latin typeface="Arial"/>
                <a:ea typeface="Arial"/>
                <a:cs typeface="Arial"/>
              </a:defRPr>
            </a:lvl3pPr>
            <a:lvl4pPr>
              <a:defRPr sz="973" b="1">
                <a:solidFill>
                  <a:srgbClr val="207A5B"/>
                </a:solidFill>
                <a:latin typeface="Arial"/>
                <a:ea typeface="Arial"/>
                <a:cs typeface="Arial"/>
              </a:defRPr>
            </a:lvl4pPr>
            <a:lvl5pPr>
              <a:defRPr sz="973" b="1">
                <a:solidFill>
                  <a:srgbClr val="207A5B"/>
                </a:solidFill>
                <a:latin typeface="Arial"/>
                <a:ea typeface="Arial"/>
                <a:cs typeface="Arial"/>
              </a:defRPr>
            </a:lvl5pPr>
            <a:lvl6pPr>
              <a:defRPr sz="973" b="1">
                <a:solidFill>
                  <a:srgbClr val="207A5B"/>
                </a:solidFill>
                <a:latin typeface="Arial"/>
                <a:ea typeface="Arial"/>
                <a:cs typeface="Arial"/>
              </a:defRPr>
            </a:lvl6pPr>
            <a:lvl7pPr>
              <a:defRPr sz="973" b="1">
                <a:solidFill>
                  <a:srgbClr val="207A5B"/>
                </a:solidFill>
                <a:latin typeface="Arial"/>
                <a:ea typeface="Arial"/>
                <a:cs typeface="Arial"/>
              </a:defRPr>
            </a:lvl7pPr>
            <a:lvl8pPr>
              <a:defRPr sz="973" b="1">
                <a:solidFill>
                  <a:srgbClr val="207A5B"/>
                </a:solidFill>
                <a:latin typeface="Arial"/>
                <a:ea typeface="Arial"/>
                <a:cs typeface="Arial"/>
              </a:defRPr>
            </a:lvl8pPr>
            <a:lvl9pPr>
              <a:defRPr sz="973" b="1">
                <a:solidFill>
                  <a:srgbClr val="207A5B"/>
                </a:solidFill>
                <a:latin typeface="Arial"/>
                <a:ea typeface="Arial"/>
                <a:cs typeface="Arial"/>
              </a:defRPr>
            </a:lvl9pPr>
          </a:lstStyle>
          <a:p xmlns:a="http://schemas.openxmlformats.org/drawingml/2006/main">
            <a:pPr>
              <a:defRPr sz="973" b="1">
                <a:solidFill>
                  <a:srgbClr val="207A5B"/>
                </a:solidFill>
                <a:latin typeface="Arial"/>
                <a:ea typeface="Arial"/>
                <a:cs typeface="Arial"/>
              </a:defRPr>
            </a:pPr>
            <a:r>
              <a:rPr sz="973" b="1">
                <a:solidFill>
                  <a:srgbClr val="207A5B"/>
                </a:solidFill>
                <a:latin typeface="Arial"/>
                <a:ea typeface="Arial"/>
                <a:cs typeface="Arial"/>
              </a:rPr>
              <a:t>AI Jana</a:t>
            </a:r>
          </a:p>
        </p:txBody>
      </p:sp>
      <p:sp>
        <p:nvSpPr>
          <p:cNvPr id="21" name="">
            <a:extLst xmlns:a="http://schemas.openxmlformats.org/drawingml/2006/main">
              <a:ext uri="{FF2B5EF4-FFF2-40B4-BE49-F238E27FC236}">
                <a16:creationId xmlns:a16="http://schemas.microsoft.com/office/drawing/2014/main" id="{AC696BF6-1AFC-48E9-8231-C15CB20B749A}"/>
              </a:ext>
            </a:extLst>
          </p:cNvPr>
          <p:cNvSpPr>
            <a:spLocks xmlns:a="http://schemas.openxmlformats.org/drawingml/2006/main" noGrp="1"/>
          </p:cNvSpPr>
          <p:nvPr/>
        </p:nvSpPr>
        <p:spPr>
          <a:xfrm xmlns:a="http://schemas.openxmlformats.org/drawingml/2006/main">
            <a:off x="6357083" y="4379243"/>
            <a:ext cx="1848338" cy="81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0">
                <a:solidFill>
                  <a:srgbClr val="103A30"/>
                </a:solidFill>
                <a:latin typeface="Arial"/>
                <a:ea typeface="Arial"/>
                <a:cs typeface="Arial"/>
              </a:defRPr>
            </a:defPPr>
            <a:lvl1pPr>
              <a:defRPr sz="1100" b="0">
                <a:solidFill>
                  <a:srgbClr val="103A30"/>
                </a:solidFill>
                <a:latin typeface="Arial"/>
                <a:ea typeface="Arial"/>
                <a:cs typeface="Arial"/>
              </a:defRPr>
            </a:lvl1pPr>
            <a:lvl2pPr>
              <a:defRPr sz="1100" b="0">
                <a:solidFill>
                  <a:srgbClr val="103A30"/>
                </a:solidFill>
                <a:latin typeface="Arial"/>
                <a:ea typeface="Arial"/>
                <a:cs typeface="Arial"/>
              </a:defRPr>
            </a:lvl2pPr>
            <a:lvl3pPr>
              <a:defRPr sz="1100" b="0">
                <a:solidFill>
                  <a:srgbClr val="103A30"/>
                </a:solidFill>
                <a:latin typeface="Arial"/>
                <a:ea typeface="Arial"/>
                <a:cs typeface="Arial"/>
              </a:defRPr>
            </a:lvl3pPr>
            <a:lvl4pPr>
              <a:defRPr sz="1100" b="0">
                <a:solidFill>
                  <a:srgbClr val="103A30"/>
                </a:solidFill>
                <a:latin typeface="Arial"/>
                <a:ea typeface="Arial"/>
                <a:cs typeface="Arial"/>
              </a:defRPr>
            </a:lvl4pPr>
            <a:lvl5pPr>
              <a:defRPr sz="1100" b="0">
                <a:solidFill>
                  <a:srgbClr val="103A30"/>
                </a:solidFill>
                <a:latin typeface="Arial"/>
                <a:ea typeface="Arial"/>
                <a:cs typeface="Arial"/>
              </a:defRPr>
            </a:lvl5pPr>
            <a:lvl6pPr>
              <a:defRPr sz="1100" b="0">
                <a:solidFill>
                  <a:srgbClr val="103A30"/>
                </a:solidFill>
                <a:latin typeface="Arial"/>
                <a:ea typeface="Arial"/>
                <a:cs typeface="Arial"/>
              </a:defRPr>
            </a:lvl6pPr>
            <a:lvl7pPr>
              <a:defRPr sz="1100" b="0">
                <a:solidFill>
                  <a:srgbClr val="103A30"/>
                </a:solidFill>
                <a:latin typeface="Arial"/>
                <a:ea typeface="Arial"/>
                <a:cs typeface="Arial"/>
              </a:defRPr>
            </a:lvl7pPr>
            <a:lvl8pPr>
              <a:defRPr sz="1100" b="0">
                <a:solidFill>
                  <a:srgbClr val="103A30"/>
                </a:solidFill>
                <a:latin typeface="Arial"/>
                <a:ea typeface="Arial"/>
                <a:cs typeface="Arial"/>
              </a:defRPr>
            </a:lvl8pPr>
            <a:lvl9pPr>
              <a:defRPr sz="1100" b="0">
                <a:solidFill>
                  <a:srgbClr val="103A30"/>
                </a:solidFill>
                <a:latin typeface="Arial"/>
                <a:ea typeface="Arial"/>
                <a:cs typeface="Arial"/>
              </a:defRPr>
            </a:lvl9pPr>
          </a:lstStyle>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Алдымен материалдарды</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өтіңіз. Курсты аяқтау үшін</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тесттен кемінде 80%</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жинау қажет.</a:t>
            </a:r>
          </a:p>
        </p:txBody>
      </p:sp>
      <p:sp>
        <p:nvSpPr>
          <p:cNvPr id="22" name="">
            <a:extLst xmlns:a="http://schemas.openxmlformats.org/drawingml/2006/main">
              <a:ext uri="{FF2B5EF4-FFF2-40B4-BE49-F238E27FC236}">
                <a16:creationId xmlns:a16="http://schemas.microsoft.com/office/drawing/2014/main" id="{F0AE5188-3BD1-42DD-A8FC-1B734F64A70C}"/>
              </a:ext>
            </a:extLst>
          </p:cNvPr>
          <p:cNvSpPr>
            <a:spLocks xmlns:a="http://schemas.openxmlformats.org/drawingml/2006/main" noGrp="1"/>
          </p:cNvSpPr>
          <p:nvPr/>
        </p:nvSpPr>
        <p:spPr>
          <a:xfrm xmlns:a="http://schemas.openxmlformats.org/drawingml/2006/main">
            <a:off x="6357083" y="5367676"/>
            <a:ext cx="1859085" cy="365291"/>
          </a:xfrm>
          <a:prstGeom xmlns:a="http://schemas.openxmlformats.org/drawingml/2006/main" prst="roundRect">
            <a:avLst>
              <a:gd name="adj" fmla="val 15645"/>
            </a:avLst>
          </a:prstGeom>
          <a:solidFill xmlns:a="http://schemas.openxmlformats.org/drawingml/2006/main">
            <a:srgbClr val="E8F2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B65EABC-06B1-4C4A-9CFA-6FF9A60ABFDF}"/>
              </a:ext>
            </a:extLst>
          </p:cNvPr>
          <p:cNvSpPr>
            <a:spLocks xmlns:a="http://schemas.openxmlformats.org/drawingml/2006/main" noGrp="1"/>
          </p:cNvSpPr>
          <p:nvPr/>
        </p:nvSpPr>
        <p:spPr>
          <a:xfrm xmlns:a="http://schemas.openxmlformats.org/drawingml/2006/main">
            <a:off x="6453798" y="5475114"/>
            <a:ext cx="1611923" cy="2148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5" b="1">
                <a:solidFill>
                  <a:srgbClr val="207A5B"/>
                </a:solidFill>
                <a:latin typeface="Arial"/>
                <a:ea typeface="Arial"/>
                <a:cs typeface="Arial"/>
              </a:defRPr>
            </a:defPPr>
            <a:lvl1pPr>
              <a:defRPr sz="1015" b="1">
                <a:solidFill>
                  <a:srgbClr val="207A5B"/>
                </a:solidFill>
                <a:latin typeface="Arial"/>
                <a:ea typeface="Arial"/>
                <a:cs typeface="Arial"/>
              </a:defRPr>
            </a:lvl1pPr>
            <a:lvl2pPr>
              <a:defRPr sz="1015" b="1">
                <a:solidFill>
                  <a:srgbClr val="207A5B"/>
                </a:solidFill>
                <a:latin typeface="Arial"/>
                <a:ea typeface="Arial"/>
                <a:cs typeface="Arial"/>
              </a:defRPr>
            </a:lvl2pPr>
            <a:lvl3pPr>
              <a:defRPr sz="1015" b="1">
                <a:solidFill>
                  <a:srgbClr val="207A5B"/>
                </a:solidFill>
                <a:latin typeface="Arial"/>
                <a:ea typeface="Arial"/>
                <a:cs typeface="Arial"/>
              </a:defRPr>
            </a:lvl3pPr>
            <a:lvl4pPr>
              <a:defRPr sz="1015" b="1">
                <a:solidFill>
                  <a:srgbClr val="207A5B"/>
                </a:solidFill>
                <a:latin typeface="Arial"/>
                <a:ea typeface="Arial"/>
                <a:cs typeface="Arial"/>
              </a:defRPr>
            </a:lvl4pPr>
            <a:lvl5pPr>
              <a:defRPr sz="1015" b="1">
                <a:solidFill>
                  <a:srgbClr val="207A5B"/>
                </a:solidFill>
                <a:latin typeface="Arial"/>
                <a:ea typeface="Arial"/>
                <a:cs typeface="Arial"/>
              </a:defRPr>
            </a:lvl5pPr>
            <a:lvl6pPr>
              <a:defRPr sz="1015" b="1">
                <a:solidFill>
                  <a:srgbClr val="207A5B"/>
                </a:solidFill>
                <a:latin typeface="Arial"/>
                <a:ea typeface="Arial"/>
                <a:cs typeface="Arial"/>
              </a:defRPr>
            </a:lvl6pPr>
            <a:lvl7pPr>
              <a:defRPr sz="1015" b="1">
                <a:solidFill>
                  <a:srgbClr val="207A5B"/>
                </a:solidFill>
                <a:latin typeface="Arial"/>
                <a:ea typeface="Arial"/>
                <a:cs typeface="Arial"/>
              </a:defRPr>
            </a:lvl7pPr>
            <a:lvl8pPr>
              <a:defRPr sz="1015" b="1">
                <a:solidFill>
                  <a:srgbClr val="207A5B"/>
                </a:solidFill>
                <a:latin typeface="Arial"/>
                <a:ea typeface="Arial"/>
                <a:cs typeface="Arial"/>
              </a:defRPr>
            </a:lvl8pPr>
            <a:lvl9pPr>
              <a:defRPr sz="1015" b="1">
                <a:solidFill>
                  <a:srgbClr val="207A5B"/>
                </a:solidFill>
                <a:latin typeface="Arial"/>
                <a:ea typeface="Arial"/>
                <a:cs typeface="Arial"/>
              </a:defRPr>
            </a:lvl9pPr>
          </a:lstStyle>
          <a:p xmlns:a="http://schemas.openxmlformats.org/drawingml/2006/main">
            <a:pPr>
              <a:defRPr sz="1015" b="1">
                <a:solidFill>
                  <a:srgbClr val="207A5B"/>
                </a:solidFill>
                <a:latin typeface="Arial"/>
                <a:ea typeface="Arial"/>
                <a:cs typeface="Arial"/>
              </a:defRPr>
            </a:pPr>
            <a:r>
              <a:rPr sz="1015" b="1">
                <a:solidFill>
                  <a:srgbClr val="207A5B"/>
                </a:solidFill>
                <a:latin typeface="Arial"/>
                <a:ea typeface="Arial"/>
                <a:cs typeface="Arial"/>
              </a:rPr>
              <a:t>Дереккөзді ашу</a:t>
            </a:r>
          </a:p>
        </p:txBody>
      </p:sp>
      <p:sp>
        <p:nvSpPr>
          <p:cNvPr id="24" name="">
            <a:extLst xmlns:a="http://schemas.openxmlformats.org/drawingml/2006/main">
              <a:ext uri="{FF2B5EF4-FFF2-40B4-BE49-F238E27FC236}">
                <a16:creationId xmlns:a16="http://schemas.microsoft.com/office/drawing/2014/main" id="{0C58CF87-164D-4D24-A538-BD65250F65A1}"/>
              </a:ext>
            </a:extLst>
          </p:cNvPr>
          <p:cNvSpPr>
            <a:spLocks xmlns:a="http://schemas.openxmlformats.org/drawingml/2006/main" noGrp="1"/>
          </p:cNvSpPr>
          <p:nvPr/>
        </p:nvSpPr>
        <p:spPr>
          <a:xfrm xmlns:a="http://schemas.openxmlformats.org/drawingml/2006/main">
            <a:off x="6357083" y="5883380"/>
            <a:ext cx="1859085" cy="343803"/>
          </a:xfrm>
          <a:prstGeom xmlns:a="http://schemas.openxmlformats.org/drawingml/2006/main" prst="roundRect">
            <a:avLst>
              <a:gd name="adj" fmla="val 16623"/>
            </a:avLst>
          </a:prstGeom>
          <a:solidFill xmlns:a="http://schemas.openxmlformats.org/drawingml/2006/main">
            <a:srgbClr val="F4F7F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8D0CD56-A625-4382-A6F5-46453C03EF78}"/>
              </a:ext>
            </a:extLst>
          </p:cNvPr>
          <p:cNvSpPr>
            <a:spLocks xmlns:a="http://schemas.openxmlformats.org/drawingml/2006/main" noGrp="1"/>
          </p:cNvSpPr>
          <p:nvPr/>
        </p:nvSpPr>
        <p:spPr>
          <a:xfrm xmlns:a="http://schemas.openxmlformats.org/drawingml/2006/main">
            <a:off x="6453798" y="5980075"/>
            <a:ext cx="1665654" cy="2148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3" b="0">
                <a:solidFill>
                  <a:srgbClr val="63776F"/>
                </a:solidFill>
                <a:latin typeface="Arial"/>
                <a:ea typeface="Arial"/>
                <a:cs typeface="Arial"/>
              </a:defRPr>
            </a:defPPr>
            <a:lvl1pPr>
              <a:defRPr sz="973" b="0">
                <a:solidFill>
                  <a:srgbClr val="63776F"/>
                </a:solidFill>
                <a:latin typeface="Arial"/>
                <a:ea typeface="Arial"/>
                <a:cs typeface="Arial"/>
              </a:defRPr>
            </a:lvl1pPr>
            <a:lvl2pPr>
              <a:defRPr sz="973" b="0">
                <a:solidFill>
                  <a:srgbClr val="63776F"/>
                </a:solidFill>
                <a:latin typeface="Arial"/>
                <a:ea typeface="Arial"/>
                <a:cs typeface="Arial"/>
              </a:defRPr>
            </a:lvl2pPr>
            <a:lvl3pPr>
              <a:defRPr sz="973" b="0">
                <a:solidFill>
                  <a:srgbClr val="63776F"/>
                </a:solidFill>
                <a:latin typeface="Arial"/>
                <a:ea typeface="Arial"/>
                <a:cs typeface="Arial"/>
              </a:defRPr>
            </a:lvl3pPr>
            <a:lvl4pPr>
              <a:defRPr sz="973" b="0">
                <a:solidFill>
                  <a:srgbClr val="63776F"/>
                </a:solidFill>
                <a:latin typeface="Arial"/>
                <a:ea typeface="Arial"/>
                <a:cs typeface="Arial"/>
              </a:defRPr>
            </a:lvl4pPr>
            <a:lvl5pPr>
              <a:defRPr sz="973" b="0">
                <a:solidFill>
                  <a:srgbClr val="63776F"/>
                </a:solidFill>
                <a:latin typeface="Arial"/>
                <a:ea typeface="Arial"/>
                <a:cs typeface="Arial"/>
              </a:defRPr>
            </a:lvl5pPr>
            <a:lvl6pPr>
              <a:defRPr sz="973" b="0">
                <a:solidFill>
                  <a:srgbClr val="63776F"/>
                </a:solidFill>
                <a:latin typeface="Arial"/>
                <a:ea typeface="Arial"/>
                <a:cs typeface="Arial"/>
              </a:defRPr>
            </a:lvl6pPr>
            <a:lvl7pPr>
              <a:defRPr sz="973" b="0">
                <a:solidFill>
                  <a:srgbClr val="63776F"/>
                </a:solidFill>
                <a:latin typeface="Arial"/>
                <a:ea typeface="Arial"/>
                <a:cs typeface="Arial"/>
              </a:defRPr>
            </a:lvl7pPr>
            <a:lvl8pPr>
              <a:defRPr sz="973" b="0">
                <a:solidFill>
                  <a:srgbClr val="63776F"/>
                </a:solidFill>
                <a:latin typeface="Arial"/>
                <a:ea typeface="Arial"/>
                <a:cs typeface="Arial"/>
              </a:defRPr>
            </a:lvl8pPr>
            <a:lvl9pPr>
              <a:defRPr sz="973" b="0">
                <a:solidFill>
                  <a:srgbClr val="63776F"/>
                </a:solidFill>
                <a:latin typeface="Arial"/>
                <a:ea typeface="Arial"/>
                <a:cs typeface="Arial"/>
              </a:defRPr>
            </a:lvl9pPr>
          </a:lstStyle>
          <a:p xmlns:a="http://schemas.openxmlformats.org/drawingml/2006/main">
            <a:pPr>
              <a:defRPr sz="973" b="0">
                <a:solidFill>
                  <a:srgbClr val="63776F"/>
                </a:solidFill>
                <a:latin typeface="Arial"/>
                <a:ea typeface="Arial"/>
                <a:cs typeface="Arial"/>
              </a:defRPr>
            </a:pPr>
            <a:r>
              <a:rPr sz="973" b="0">
                <a:solidFill>
                  <a:srgbClr val="63776F"/>
                </a:solidFill>
                <a:latin typeface="Arial"/>
                <a:ea typeface="Arial"/>
                <a:cs typeface="Arial"/>
              </a:rPr>
              <a:t>Сұрағыңызды жазыңыз</a:t>
            </a:r>
          </a:p>
        </p:txBody>
      </p:sp>
      <p:sp>
        <p:nvSpPr>
          <p:cNvPr id="26" name="">
            <a:extLst xmlns:a="http://schemas.openxmlformats.org/drawingml/2006/main">
              <a:ext uri="{FF2B5EF4-FFF2-40B4-BE49-F238E27FC236}">
                <a16:creationId xmlns:a16="http://schemas.microsoft.com/office/drawing/2014/main" id="{14420E78-5CC7-40F9-8B75-4A0A22F8F306}"/>
              </a:ext>
            </a:extLst>
          </p:cNvPr>
          <p:cNvSpPr>
            <a:spLocks xmlns:a="http://schemas.openxmlformats.org/drawingml/2006/main" noGrp="1"/>
          </p:cNvSpPr>
          <p:nvPr/>
        </p:nvSpPr>
        <p:spPr>
          <a:xfrm xmlns:a="http://schemas.openxmlformats.org/drawingml/2006/main">
            <a:off x="9010650" y="1838325"/>
            <a:ext cx="2095500" cy="45339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31266E1-8A8C-41A7-ABF2-B4BF06675244}"/>
              </a:ext>
            </a:extLst>
          </p:cNvPr>
          <p:cNvSpPr>
            <a:spLocks xmlns:a="http://schemas.openxmlformats.org/drawingml/2006/main" noGrp="1"/>
          </p:cNvSpPr>
          <p:nvPr/>
        </p:nvSpPr>
        <p:spPr>
          <a:xfrm xmlns:a="http://schemas.openxmlformats.org/drawingml/2006/main">
            <a:off x="9128858" y="1967251"/>
            <a:ext cx="1665654" cy="2471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8" b="1">
                <a:solidFill>
                  <a:srgbClr val="103A30"/>
                </a:solidFill>
                <a:latin typeface="Arial"/>
                <a:ea typeface="Arial"/>
                <a:cs typeface="Arial"/>
              </a:defRPr>
            </a:defPPr>
            <a:lvl1pPr>
              <a:defRPr sz="1058" b="1">
                <a:solidFill>
                  <a:srgbClr val="103A30"/>
                </a:solidFill>
                <a:latin typeface="Arial"/>
                <a:ea typeface="Arial"/>
                <a:cs typeface="Arial"/>
              </a:defRPr>
            </a:lvl1pPr>
            <a:lvl2pPr>
              <a:defRPr sz="1058" b="1">
                <a:solidFill>
                  <a:srgbClr val="103A30"/>
                </a:solidFill>
                <a:latin typeface="Arial"/>
                <a:ea typeface="Arial"/>
                <a:cs typeface="Arial"/>
              </a:defRPr>
            </a:lvl2pPr>
            <a:lvl3pPr>
              <a:defRPr sz="1058" b="1">
                <a:solidFill>
                  <a:srgbClr val="103A30"/>
                </a:solidFill>
                <a:latin typeface="Arial"/>
                <a:ea typeface="Arial"/>
                <a:cs typeface="Arial"/>
              </a:defRPr>
            </a:lvl3pPr>
            <a:lvl4pPr>
              <a:defRPr sz="1058" b="1">
                <a:solidFill>
                  <a:srgbClr val="103A30"/>
                </a:solidFill>
                <a:latin typeface="Arial"/>
                <a:ea typeface="Arial"/>
                <a:cs typeface="Arial"/>
              </a:defRPr>
            </a:lvl4pPr>
            <a:lvl5pPr>
              <a:defRPr sz="1058" b="1">
                <a:solidFill>
                  <a:srgbClr val="103A30"/>
                </a:solidFill>
                <a:latin typeface="Arial"/>
                <a:ea typeface="Arial"/>
                <a:cs typeface="Arial"/>
              </a:defRPr>
            </a:lvl5pPr>
            <a:lvl6pPr>
              <a:defRPr sz="1058" b="1">
                <a:solidFill>
                  <a:srgbClr val="103A30"/>
                </a:solidFill>
                <a:latin typeface="Arial"/>
                <a:ea typeface="Arial"/>
                <a:cs typeface="Arial"/>
              </a:defRPr>
            </a:lvl6pPr>
            <a:lvl7pPr>
              <a:defRPr sz="1058" b="1">
                <a:solidFill>
                  <a:srgbClr val="103A30"/>
                </a:solidFill>
                <a:latin typeface="Arial"/>
                <a:ea typeface="Arial"/>
                <a:cs typeface="Arial"/>
              </a:defRPr>
            </a:lvl7pPr>
            <a:lvl8pPr>
              <a:defRPr sz="1058" b="1">
                <a:solidFill>
                  <a:srgbClr val="103A30"/>
                </a:solidFill>
                <a:latin typeface="Arial"/>
                <a:ea typeface="Arial"/>
                <a:cs typeface="Arial"/>
              </a:defRPr>
            </a:lvl8pPr>
            <a:lvl9pPr>
              <a:defRPr sz="1058" b="1">
                <a:solidFill>
                  <a:srgbClr val="103A30"/>
                </a:solidFill>
                <a:latin typeface="Arial"/>
                <a:ea typeface="Arial"/>
                <a:cs typeface="Arial"/>
              </a:defRPr>
            </a:lvl9pPr>
          </a:lstStyle>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AI Jana</a:t>
            </a:r>
          </a:p>
        </p:txBody>
      </p:sp>
      <p:sp>
        <p:nvSpPr>
          <p:cNvPr id="28" name="">
            <a:extLst xmlns:a="http://schemas.openxmlformats.org/drawingml/2006/main">
              <a:ext uri="{FF2B5EF4-FFF2-40B4-BE49-F238E27FC236}">
                <a16:creationId xmlns:a16="http://schemas.microsoft.com/office/drawing/2014/main" id="{7C14E718-F4CC-48C9-9C65-AD64159D02D9}"/>
              </a:ext>
            </a:extLst>
          </p:cNvPr>
          <p:cNvSpPr>
            <a:spLocks xmlns:a="http://schemas.openxmlformats.org/drawingml/2006/main" noGrp="1"/>
          </p:cNvSpPr>
          <p:nvPr/>
        </p:nvSpPr>
        <p:spPr>
          <a:xfrm xmlns:a="http://schemas.openxmlformats.org/drawingml/2006/main">
            <a:off x="10880481" y="1945763"/>
            <a:ext cx="145073" cy="2417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4" b="0">
                <a:solidFill>
                  <a:srgbClr val="63776F"/>
                </a:solidFill>
                <a:latin typeface="Arial"/>
                <a:ea typeface="Arial"/>
                <a:cs typeface="Arial"/>
              </a:defRPr>
            </a:defPPr>
            <a:lvl1pPr>
              <a:defRPr sz="1354" b="0">
                <a:solidFill>
                  <a:srgbClr val="63776F"/>
                </a:solidFill>
                <a:latin typeface="Arial"/>
                <a:ea typeface="Arial"/>
                <a:cs typeface="Arial"/>
              </a:defRPr>
            </a:lvl1pPr>
            <a:lvl2pPr>
              <a:defRPr sz="1354" b="0">
                <a:solidFill>
                  <a:srgbClr val="63776F"/>
                </a:solidFill>
                <a:latin typeface="Arial"/>
                <a:ea typeface="Arial"/>
                <a:cs typeface="Arial"/>
              </a:defRPr>
            </a:lvl2pPr>
            <a:lvl3pPr>
              <a:defRPr sz="1354" b="0">
                <a:solidFill>
                  <a:srgbClr val="63776F"/>
                </a:solidFill>
                <a:latin typeface="Arial"/>
                <a:ea typeface="Arial"/>
                <a:cs typeface="Arial"/>
              </a:defRPr>
            </a:lvl3pPr>
            <a:lvl4pPr>
              <a:defRPr sz="1354" b="0">
                <a:solidFill>
                  <a:srgbClr val="63776F"/>
                </a:solidFill>
                <a:latin typeface="Arial"/>
                <a:ea typeface="Arial"/>
                <a:cs typeface="Arial"/>
              </a:defRPr>
            </a:lvl4pPr>
            <a:lvl5pPr>
              <a:defRPr sz="1354" b="0">
                <a:solidFill>
                  <a:srgbClr val="63776F"/>
                </a:solidFill>
                <a:latin typeface="Arial"/>
                <a:ea typeface="Arial"/>
                <a:cs typeface="Arial"/>
              </a:defRPr>
            </a:lvl5pPr>
            <a:lvl6pPr>
              <a:defRPr sz="1354" b="0">
                <a:solidFill>
                  <a:srgbClr val="63776F"/>
                </a:solidFill>
                <a:latin typeface="Arial"/>
                <a:ea typeface="Arial"/>
                <a:cs typeface="Arial"/>
              </a:defRPr>
            </a:lvl6pPr>
            <a:lvl7pPr>
              <a:defRPr sz="1354" b="0">
                <a:solidFill>
                  <a:srgbClr val="63776F"/>
                </a:solidFill>
                <a:latin typeface="Arial"/>
                <a:ea typeface="Arial"/>
                <a:cs typeface="Arial"/>
              </a:defRPr>
            </a:lvl7pPr>
            <a:lvl8pPr>
              <a:defRPr sz="1354" b="0">
                <a:solidFill>
                  <a:srgbClr val="63776F"/>
                </a:solidFill>
                <a:latin typeface="Arial"/>
                <a:ea typeface="Arial"/>
                <a:cs typeface="Arial"/>
              </a:defRPr>
            </a:lvl8pPr>
            <a:lvl9pPr>
              <a:defRPr sz="1354" b="0">
                <a:solidFill>
                  <a:srgbClr val="63776F"/>
                </a:solidFill>
                <a:latin typeface="Arial"/>
                <a:ea typeface="Arial"/>
                <a:cs typeface="Arial"/>
              </a:defRPr>
            </a:lvl9pPr>
          </a:lstStyle>
          <a:p xmlns:a="http://schemas.openxmlformats.org/drawingml/2006/main">
            <a:pPr>
              <a:defRPr sz="1354" b="0">
                <a:solidFill>
                  <a:srgbClr val="63776F"/>
                </a:solidFill>
                <a:latin typeface="Arial"/>
                <a:ea typeface="Arial"/>
                <a:cs typeface="Arial"/>
              </a:defRPr>
            </a:pPr>
            <a:r>
              <a:rPr sz="1354" b="0">
                <a:solidFill>
                  <a:srgbClr val="63776F"/>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9C1E9CA0-5913-4547-ACE7-D0FEC9B964F0}"/>
              </a:ext>
            </a:extLst>
          </p:cNvPr>
          <p:cNvSpPr>
            <a:spLocks xmlns:a="http://schemas.openxmlformats.org/drawingml/2006/main" noGrp="1"/>
          </p:cNvSpPr>
          <p:nvPr/>
        </p:nvSpPr>
        <p:spPr>
          <a:xfrm xmlns:a="http://schemas.openxmlformats.org/drawingml/2006/main">
            <a:off x="9010650" y="2278822"/>
            <a:ext cx="2095500" cy="10744"/>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4D50C86-6F73-46C3-A058-990C228C9218}"/>
              </a:ext>
            </a:extLst>
          </p:cNvPr>
          <p:cNvSpPr>
            <a:spLocks xmlns:a="http://schemas.openxmlformats.org/drawingml/2006/main" noGrp="1"/>
          </p:cNvSpPr>
          <p:nvPr/>
        </p:nvSpPr>
        <p:spPr>
          <a:xfrm xmlns:a="http://schemas.openxmlformats.org/drawingml/2006/main">
            <a:off x="9128858" y="2461468"/>
            <a:ext cx="1826846" cy="2148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5" b="0">
                <a:solidFill>
                  <a:srgbClr val="207A5B"/>
                </a:solidFill>
                <a:latin typeface="Arial"/>
                <a:ea typeface="Arial"/>
                <a:cs typeface="Arial"/>
              </a:defRPr>
            </a:defPPr>
            <a:lvl1pPr>
              <a:defRPr sz="1015" b="0">
                <a:solidFill>
                  <a:srgbClr val="207A5B"/>
                </a:solidFill>
                <a:latin typeface="Arial"/>
                <a:ea typeface="Arial"/>
                <a:cs typeface="Arial"/>
              </a:defRPr>
            </a:lvl1pPr>
            <a:lvl2pPr>
              <a:defRPr sz="1015" b="0">
                <a:solidFill>
                  <a:srgbClr val="207A5B"/>
                </a:solidFill>
                <a:latin typeface="Arial"/>
                <a:ea typeface="Arial"/>
                <a:cs typeface="Arial"/>
              </a:defRPr>
            </a:lvl2pPr>
            <a:lvl3pPr>
              <a:defRPr sz="1015" b="0">
                <a:solidFill>
                  <a:srgbClr val="207A5B"/>
                </a:solidFill>
                <a:latin typeface="Arial"/>
                <a:ea typeface="Arial"/>
                <a:cs typeface="Arial"/>
              </a:defRPr>
            </a:lvl3pPr>
            <a:lvl4pPr>
              <a:defRPr sz="1015" b="0">
                <a:solidFill>
                  <a:srgbClr val="207A5B"/>
                </a:solidFill>
                <a:latin typeface="Arial"/>
                <a:ea typeface="Arial"/>
                <a:cs typeface="Arial"/>
              </a:defRPr>
            </a:lvl4pPr>
            <a:lvl5pPr>
              <a:defRPr sz="1015" b="0">
                <a:solidFill>
                  <a:srgbClr val="207A5B"/>
                </a:solidFill>
                <a:latin typeface="Arial"/>
                <a:ea typeface="Arial"/>
                <a:cs typeface="Arial"/>
              </a:defRPr>
            </a:lvl5pPr>
            <a:lvl6pPr>
              <a:defRPr sz="1015" b="0">
                <a:solidFill>
                  <a:srgbClr val="207A5B"/>
                </a:solidFill>
                <a:latin typeface="Arial"/>
                <a:ea typeface="Arial"/>
                <a:cs typeface="Arial"/>
              </a:defRPr>
            </a:lvl6pPr>
            <a:lvl7pPr>
              <a:defRPr sz="1015" b="0">
                <a:solidFill>
                  <a:srgbClr val="207A5B"/>
                </a:solidFill>
                <a:latin typeface="Arial"/>
                <a:ea typeface="Arial"/>
                <a:cs typeface="Arial"/>
              </a:defRPr>
            </a:lvl7pPr>
            <a:lvl8pPr>
              <a:defRPr sz="1015" b="0">
                <a:solidFill>
                  <a:srgbClr val="207A5B"/>
                </a:solidFill>
                <a:latin typeface="Arial"/>
                <a:ea typeface="Arial"/>
                <a:cs typeface="Arial"/>
              </a:defRPr>
            </a:lvl8pPr>
            <a:lvl9pPr>
              <a:defRPr sz="1015" b="0">
                <a:solidFill>
                  <a:srgbClr val="207A5B"/>
                </a:solidFill>
                <a:latin typeface="Arial"/>
                <a:ea typeface="Arial"/>
                <a:cs typeface="Arial"/>
              </a:defRPr>
            </a:lvl9pPr>
          </a:lstStyle>
          <a:p xmlns:a="http://schemas.openxmlformats.org/drawingml/2006/main">
            <a:pPr>
              <a:defRPr sz="1015" b="0">
                <a:solidFill>
                  <a:srgbClr val="207A5B"/>
                </a:solidFill>
                <a:latin typeface="Arial"/>
                <a:ea typeface="Arial"/>
                <a:cs typeface="Arial"/>
              </a:defRPr>
            </a:pPr>
            <a:r>
              <a:rPr sz="1015" b="0">
                <a:solidFill>
                  <a:srgbClr val="207A5B"/>
                </a:solidFill>
                <a:latin typeface="Arial"/>
                <a:ea typeface="Arial"/>
                <a:cs typeface="Arial"/>
              </a:rPr>
              <a:t>Чатқа оралу</a:t>
            </a:r>
          </a:p>
        </p:txBody>
      </p:sp>
      <p:sp>
        <p:nvSpPr>
          <p:cNvPr id="31" name="">
            <a:extLst xmlns:a="http://schemas.openxmlformats.org/drawingml/2006/main">
              <a:ext uri="{FF2B5EF4-FFF2-40B4-BE49-F238E27FC236}">
                <a16:creationId xmlns:a16="http://schemas.microsoft.com/office/drawing/2014/main" id="{C4FBCD88-917E-45AA-AC17-ACA4E3B1EB08}"/>
              </a:ext>
            </a:extLst>
          </p:cNvPr>
          <p:cNvSpPr>
            <a:spLocks xmlns:a="http://schemas.openxmlformats.org/drawingml/2006/main" noGrp="1"/>
          </p:cNvSpPr>
          <p:nvPr/>
        </p:nvSpPr>
        <p:spPr>
          <a:xfrm xmlns:a="http://schemas.openxmlformats.org/drawingml/2006/main">
            <a:off x="9128858" y="2842874"/>
            <a:ext cx="1837592" cy="204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6" b="1">
                <a:solidFill>
                  <a:srgbClr val="63776F"/>
                </a:solidFill>
                <a:latin typeface="Arial"/>
                <a:ea typeface="Arial"/>
                <a:cs typeface="Arial"/>
              </a:defRPr>
            </a:defPPr>
            <a:lvl1pPr>
              <a:defRPr sz="846" b="1">
                <a:solidFill>
                  <a:srgbClr val="63776F"/>
                </a:solidFill>
                <a:latin typeface="Arial"/>
                <a:ea typeface="Arial"/>
                <a:cs typeface="Arial"/>
              </a:defRPr>
            </a:lvl1pPr>
            <a:lvl2pPr>
              <a:defRPr sz="846" b="1">
                <a:solidFill>
                  <a:srgbClr val="63776F"/>
                </a:solidFill>
                <a:latin typeface="Arial"/>
                <a:ea typeface="Arial"/>
                <a:cs typeface="Arial"/>
              </a:defRPr>
            </a:lvl2pPr>
            <a:lvl3pPr>
              <a:defRPr sz="846" b="1">
                <a:solidFill>
                  <a:srgbClr val="63776F"/>
                </a:solidFill>
                <a:latin typeface="Arial"/>
                <a:ea typeface="Arial"/>
                <a:cs typeface="Arial"/>
              </a:defRPr>
            </a:lvl3pPr>
            <a:lvl4pPr>
              <a:defRPr sz="846" b="1">
                <a:solidFill>
                  <a:srgbClr val="63776F"/>
                </a:solidFill>
                <a:latin typeface="Arial"/>
                <a:ea typeface="Arial"/>
                <a:cs typeface="Arial"/>
              </a:defRPr>
            </a:lvl4pPr>
            <a:lvl5pPr>
              <a:defRPr sz="846" b="1">
                <a:solidFill>
                  <a:srgbClr val="63776F"/>
                </a:solidFill>
                <a:latin typeface="Arial"/>
                <a:ea typeface="Arial"/>
                <a:cs typeface="Arial"/>
              </a:defRPr>
            </a:lvl5pPr>
            <a:lvl6pPr>
              <a:defRPr sz="846" b="1">
                <a:solidFill>
                  <a:srgbClr val="63776F"/>
                </a:solidFill>
                <a:latin typeface="Arial"/>
                <a:ea typeface="Arial"/>
                <a:cs typeface="Arial"/>
              </a:defRPr>
            </a:lvl6pPr>
            <a:lvl7pPr>
              <a:defRPr sz="846" b="1">
                <a:solidFill>
                  <a:srgbClr val="63776F"/>
                </a:solidFill>
                <a:latin typeface="Arial"/>
                <a:ea typeface="Arial"/>
                <a:cs typeface="Arial"/>
              </a:defRPr>
            </a:lvl7pPr>
            <a:lvl8pPr>
              <a:defRPr sz="846" b="1">
                <a:solidFill>
                  <a:srgbClr val="63776F"/>
                </a:solidFill>
                <a:latin typeface="Arial"/>
                <a:ea typeface="Arial"/>
                <a:cs typeface="Arial"/>
              </a:defRPr>
            </a:lvl8pPr>
            <a:lvl9pPr>
              <a:defRPr sz="846" b="1">
                <a:solidFill>
                  <a:srgbClr val="63776F"/>
                </a:solidFill>
                <a:latin typeface="Arial"/>
                <a:ea typeface="Arial"/>
                <a:cs typeface="Arial"/>
              </a:defRPr>
            </a:lvl9pPr>
          </a:lstStyle>
          <a:p xmlns:a="http://schemas.openxmlformats.org/drawingml/2006/main">
            <a:pPr>
              <a:defRPr sz="846" b="1">
                <a:solidFill>
                  <a:srgbClr val="63776F"/>
                </a:solidFill>
                <a:latin typeface="Arial"/>
                <a:ea typeface="Arial"/>
                <a:cs typeface="Arial"/>
              </a:defRPr>
            </a:pPr>
            <a:r>
              <a:rPr sz="846" b="1">
                <a:solidFill>
                  <a:srgbClr val="63776F"/>
                </a:solidFill>
                <a:latin typeface="Arial"/>
                <a:ea typeface="Arial"/>
                <a:cs typeface="Arial"/>
              </a:rPr>
              <a:t>ДЕМО НҰСҚАУЛЫҚ</a:t>
            </a:r>
          </a:p>
        </p:txBody>
      </p:sp>
      <p:sp>
        <p:nvSpPr>
          <p:cNvPr id="32" name="">
            <a:extLst xmlns:a="http://schemas.openxmlformats.org/drawingml/2006/main">
              <a:ext uri="{FF2B5EF4-FFF2-40B4-BE49-F238E27FC236}">
                <a16:creationId xmlns:a16="http://schemas.microsoft.com/office/drawing/2014/main" id="{FDEA91BA-7063-42EF-BDDD-109A370A9898}"/>
              </a:ext>
            </a:extLst>
          </p:cNvPr>
          <p:cNvSpPr>
            <a:spLocks xmlns:a="http://schemas.openxmlformats.org/drawingml/2006/main" noGrp="1"/>
          </p:cNvSpPr>
          <p:nvPr/>
        </p:nvSpPr>
        <p:spPr>
          <a:xfrm xmlns:a="http://schemas.openxmlformats.org/drawingml/2006/main">
            <a:off x="9128858" y="3192049"/>
            <a:ext cx="1848338" cy="537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4" b="1">
                <a:solidFill>
                  <a:srgbClr val="103A30"/>
                </a:solidFill>
                <a:latin typeface="Arial"/>
                <a:ea typeface="Arial"/>
                <a:cs typeface="Arial"/>
              </a:defRPr>
            </a:defPPr>
            <a:lvl1pPr>
              <a:defRPr sz="1354" b="1">
                <a:solidFill>
                  <a:srgbClr val="103A30"/>
                </a:solidFill>
                <a:latin typeface="Arial"/>
                <a:ea typeface="Arial"/>
                <a:cs typeface="Arial"/>
              </a:defRPr>
            </a:lvl1pPr>
            <a:lvl2pPr>
              <a:defRPr sz="1354" b="1">
                <a:solidFill>
                  <a:srgbClr val="103A30"/>
                </a:solidFill>
                <a:latin typeface="Arial"/>
                <a:ea typeface="Arial"/>
                <a:cs typeface="Arial"/>
              </a:defRPr>
            </a:lvl2pPr>
            <a:lvl3pPr>
              <a:defRPr sz="1354" b="1">
                <a:solidFill>
                  <a:srgbClr val="103A30"/>
                </a:solidFill>
                <a:latin typeface="Arial"/>
                <a:ea typeface="Arial"/>
                <a:cs typeface="Arial"/>
              </a:defRPr>
            </a:lvl3pPr>
            <a:lvl4pPr>
              <a:defRPr sz="1354" b="1">
                <a:solidFill>
                  <a:srgbClr val="103A30"/>
                </a:solidFill>
                <a:latin typeface="Arial"/>
                <a:ea typeface="Arial"/>
                <a:cs typeface="Arial"/>
              </a:defRPr>
            </a:lvl4pPr>
            <a:lvl5pPr>
              <a:defRPr sz="1354" b="1">
                <a:solidFill>
                  <a:srgbClr val="103A30"/>
                </a:solidFill>
                <a:latin typeface="Arial"/>
                <a:ea typeface="Arial"/>
                <a:cs typeface="Arial"/>
              </a:defRPr>
            </a:lvl5pPr>
            <a:lvl6pPr>
              <a:defRPr sz="1354" b="1">
                <a:solidFill>
                  <a:srgbClr val="103A30"/>
                </a:solidFill>
                <a:latin typeface="Arial"/>
                <a:ea typeface="Arial"/>
                <a:cs typeface="Arial"/>
              </a:defRPr>
            </a:lvl6pPr>
            <a:lvl7pPr>
              <a:defRPr sz="1354" b="1">
                <a:solidFill>
                  <a:srgbClr val="103A30"/>
                </a:solidFill>
                <a:latin typeface="Arial"/>
                <a:ea typeface="Arial"/>
                <a:cs typeface="Arial"/>
              </a:defRPr>
            </a:lvl7pPr>
            <a:lvl8pPr>
              <a:defRPr sz="1354" b="1">
                <a:solidFill>
                  <a:srgbClr val="103A30"/>
                </a:solidFill>
                <a:latin typeface="Arial"/>
                <a:ea typeface="Arial"/>
                <a:cs typeface="Arial"/>
              </a:defRPr>
            </a:lvl8pPr>
            <a:lvl9pPr>
              <a:defRPr sz="1354" b="1">
                <a:solidFill>
                  <a:srgbClr val="103A30"/>
                </a:solidFill>
                <a:latin typeface="Arial"/>
                <a:ea typeface="Arial"/>
                <a:cs typeface="Arial"/>
              </a:defRPr>
            </a:lvl9pPr>
          </a:lstStyle>
          <a:p xmlns:a="http://schemas.openxmlformats.org/drawingml/2006/main">
            <a:pPr>
              <a:defRPr sz="1354" b="1">
                <a:solidFill>
                  <a:srgbClr val="103A30"/>
                </a:solidFill>
                <a:latin typeface="Arial"/>
                <a:ea typeface="Arial"/>
                <a:cs typeface="Arial"/>
              </a:defRPr>
            </a:pPr>
            <a:r>
              <a:rPr sz="1354" b="1">
                <a:solidFill>
                  <a:srgbClr val="103A30"/>
                </a:solidFill>
                <a:latin typeface="Arial"/>
                <a:ea typeface="Arial"/>
                <a:cs typeface="Arial"/>
              </a:rPr>
              <a:t>Курстың прогресі</a:t>
            </a:r>
          </a:p>
          <a:p xmlns:a="http://schemas.openxmlformats.org/drawingml/2006/main">
            <a:pPr>
              <a:defRPr sz="1354" b="1">
                <a:solidFill>
                  <a:srgbClr val="103A30"/>
                </a:solidFill>
                <a:latin typeface="Arial"/>
                <a:ea typeface="Arial"/>
                <a:cs typeface="Arial"/>
              </a:defRPr>
            </a:pPr>
            <a:r>
              <a:rPr sz="1354" b="1">
                <a:solidFill>
                  <a:srgbClr val="103A30"/>
                </a:solidFill>
                <a:latin typeface="Arial"/>
                <a:ea typeface="Arial"/>
                <a:cs typeface="Arial"/>
              </a:rPr>
              <a:t>мен аяқталуы</a:t>
            </a:r>
          </a:p>
        </p:txBody>
      </p:sp>
      <p:sp>
        <p:nvSpPr>
          <p:cNvPr id="33" name="">
            <a:extLst xmlns:a="http://schemas.openxmlformats.org/drawingml/2006/main">
              <a:ext uri="{FF2B5EF4-FFF2-40B4-BE49-F238E27FC236}">
                <a16:creationId xmlns:a16="http://schemas.microsoft.com/office/drawing/2014/main" id="{086184B5-0590-4B0E-A7CD-3F771189DF70}"/>
              </a:ext>
            </a:extLst>
          </p:cNvPr>
          <p:cNvSpPr>
            <a:spLocks xmlns:a="http://schemas.openxmlformats.org/drawingml/2006/main" noGrp="1"/>
          </p:cNvSpPr>
          <p:nvPr/>
        </p:nvSpPr>
        <p:spPr>
          <a:xfrm xmlns:a="http://schemas.openxmlformats.org/drawingml/2006/main">
            <a:off x="9128858" y="3831307"/>
            <a:ext cx="1848338" cy="220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1" b="0">
                <a:solidFill>
                  <a:srgbClr val="63776F"/>
                </a:solidFill>
                <a:latin typeface="Arial"/>
                <a:ea typeface="Arial"/>
                <a:cs typeface="Arial"/>
              </a:defRPr>
            </a:defPPr>
            <a:lvl1pPr>
              <a:defRPr sz="931" b="0">
                <a:solidFill>
                  <a:srgbClr val="63776F"/>
                </a:solidFill>
                <a:latin typeface="Arial"/>
                <a:ea typeface="Arial"/>
                <a:cs typeface="Arial"/>
              </a:defRPr>
            </a:lvl1pPr>
            <a:lvl2pPr>
              <a:defRPr sz="931" b="0">
                <a:solidFill>
                  <a:srgbClr val="63776F"/>
                </a:solidFill>
                <a:latin typeface="Arial"/>
                <a:ea typeface="Arial"/>
                <a:cs typeface="Arial"/>
              </a:defRPr>
            </a:lvl2pPr>
            <a:lvl3pPr>
              <a:defRPr sz="931" b="0">
                <a:solidFill>
                  <a:srgbClr val="63776F"/>
                </a:solidFill>
                <a:latin typeface="Arial"/>
                <a:ea typeface="Arial"/>
                <a:cs typeface="Arial"/>
              </a:defRPr>
            </a:lvl3pPr>
            <a:lvl4pPr>
              <a:defRPr sz="931" b="0">
                <a:solidFill>
                  <a:srgbClr val="63776F"/>
                </a:solidFill>
                <a:latin typeface="Arial"/>
                <a:ea typeface="Arial"/>
                <a:cs typeface="Arial"/>
              </a:defRPr>
            </a:lvl4pPr>
            <a:lvl5pPr>
              <a:defRPr sz="931" b="0">
                <a:solidFill>
                  <a:srgbClr val="63776F"/>
                </a:solidFill>
                <a:latin typeface="Arial"/>
                <a:ea typeface="Arial"/>
                <a:cs typeface="Arial"/>
              </a:defRPr>
            </a:lvl5pPr>
            <a:lvl6pPr>
              <a:defRPr sz="931" b="0">
                <a:solidFill>
                  <a:srgbClr val="63776F"/>
                </a:solidFill>
                <a:latin typeface="Arial"/>
                <a:ea typeface="Arial"/>
                <a:cs typeface="Arial"/>
              </a:defRPr>
            </a:lvl6pPr>
            <a:lvl7pPr>
              <a:defRPr sz="931" b="0">
                <a:solidFill>
                  <a:srgbClr val="63776F"/>
                </a:solidFill>
                <a:latin typeface="Arial"/>
                <a:ea typeface="Arial"/>
                <a:cs typeface="Arial"/>
              </a:defRPr>
            </a:lvl7pPr>
            <a:lvl8pPr>
              <a:defRPr sz="931" b="0">
                <a:solidFill>
                  <a:srgbClr val="63776F"/>
                </a:solidFill>
                <a:latin typeface="Arial"/>
                <a:ea typeface="Arial"/>
                <a:cs typeface="Arial"/>
              </a:defRPr>
            </a:lvl8pPr>
            <a:lvl9pPr>
              <a:defRPr sz="931" b="0">
                <a:solidFill>
                  <a:srgbClr val="63776F"/>
                </a:solidFill>
                <a:latin typeface="Arial"/>
                <a:ea typeface="Arial"/>
                <a:cs typeface="Arial"/>
              </a:defRPr>
            </a:lvl9pPr>
          </a:lstStyle>
          <a:p xmlns:a="http://schemas.openxmlformats.org/drawingml/2006/main">
            <a:pPr>
              <a:defRPr sz="931" b="0">
                <a:solidFill>
                  <a:srgbClr val="63776F"/>
                </a:solidFill>
                <a:latin typeface="Arial"/>
                <a:ea typeface="Arial"/>
                <a:cs typeface="Arial"/>
              </a:defRPr>
            </a:pPr>
            <a:r>
              <a:rPr sz="931" b="0">
                <a:solidFill>
                  <a:srgbClr val="63776F"/>
                </a:solidFill>
                <a:latin typeface="Arial"/>
                <a:ea typeface="Arial"/>
                <a:cs typeface="Arial"/>
              </a:rPr>
              <a:t>Оқу · 1.4 нұсқасы</a:t>
            </a:r>
          </a:p>
        </p:txBody>
      </p:sp>
      <p:sp>
        <p:nvSpPr>
          <p:cNvPr id="34" name="">
            <a:extLst xmlns:a="http://schemas.openxmlformats.org/drawingml/2006/main">
              <a:ext uri="{FF2B5EF4-FFF2-40B4-BE49-F238E27FC236}">
                <a16:creationId xmlns:a16="http://schemas.microsoft.com/office/drawing/2014/main" id="{CDBA33D7-66FA-482C-A765-2B4B4CACD911}"/>
              </a:ext>
            </a:extLst>
          </p:cNvPr>
          <p:cNvSpPr>
            <a:spLocks xmlns:a="http://schemas.openxmlformats.org/drawingml/2006/main" noGrp="1"/>
          </p:cNvSpPr>
          <p:nvPr/>
        </p:nvSpPr>
        <p:spPr>
          <a:xfrm xmlns:a="http://schemas.openxmlformats.org/drawingml/2006/main">
            <a:off x="9128858" y="4261061"/>
            <a:ext cx="1848338" cy="1300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0">
                <a:solidFill>
                  <a:srgbClr val="103A30"/>
                </a:solidFill>
                <a:latin typeface="Arial"/>
                <a:ea typeface="Arial"/>
                <a:cs typeface="Arial"/>
              </a:defRPr>
            </a:defPPr>
            <a:lvl1pPr>
              <a:defRPr sz="1100" b="0">
                <a:solidFill>
                  <a:srgbClr val="103A30"/>
                </a:solidFill>
                <a:latin typeface="Arial"/>
                <a:ea typeface="Arial"/>
                <a:cs typeface="Arial"/>
              </a:defRPr>
            </a:lvl1pPr>
            <a:lvl2pPr>
              <a:defRPr sz="1100" b="0">
                <a:solidFill>
                  <a:srgbClr val="103A30"/>
                </a:solidFill>
                <a:latin typeface="Arial"/>
                <a:ea typeface="Arial"/>
                <a:cs typeface="Arial"/>
              </a:defRPr>
            </a:lvl2pPr>
            <a:lvl3pPr>
              <a:defRPr sz="1100" b="0">
                <a:solidFill>
                  <a:srgbClr val="103A30"/>
                </a:solidFill>
                <a:latin typeface="Arial"/>
                <a:ea typeface="Arial"/>
                <a:cs typeface="Arial"/>
              </a:defRPr>
            </a:lvl3pPr>
            <a:lvl4pPr>
              <a:defRPr sz="1100" b="0">
                <a:solidFill>
                  <a:srgbClr val="103A30"/>
                </a:solidFill>
                <a:latin typeface="Arial"/>
                <a:ea typeface="Arial"/>
                <a:cs typeface="Arial"/>
              </a:defRPr>
            </a:lvl4pPr>
            <a:lvl5pPr>
              <a:defRPr sz="1100" b="0">
                <a:solidFill>
                  <a:srgbClr val="103A30"/>
                </a:solidFill>
                <a:latin typeface="Arial"/>
                <a:ea typeface="Arial"/>
                <a:cs typeface="Arial"/>
              </a:defRPr>
            </a:lvl5pPr>
            <a:lvl6pPr>
              <a:defRPr sz="1100" b="0">
                <a:solidFill>
                  <a:srgbClr val="103A30"/>
                </a:solidFill>
                <a:latin typeface="Arial"/>
                <a:ea typeface="Arial"/>
                <a:cs typeface="Arial"/>
              </a:defRPr>
            </a:lvl6pPr>
            <a:lvl7pPr>
              <a:defRPr sz="1100" b="0">
                <a:solidFill>
                  <a:srgbClr val="103A30"/>
                </a:solidFill>
                <a:latin typeface="Arial"/>
                <a:ea typeface="Arial"/>
                <a:cs typeface="Arial"/>
              </a:defRPr>
            </a:lvl7pPr>
            <a:lvl8pPr>
              <a:defRPr sz="1100" b="0">
                <a:solidFill>
                  <a:srgbClr val="103A30"/>
                </a:solidFill>
                <a:latin typeface="Arial"/>
                <a:ea typeface="Arial"/>
                <a:cs typeface="Arial"/>
              </a:defRPr>
            </a:lvl8pPr>
            <a:lvl9pPr>
              <a:defRPr sz="1100" b="0">
                <a:solidFill>
                  <a:srgbClr val="103A30"/>
                </a:solidFill>
                <a:latin typeface="Arial"/>
                <a:ea typeface="Arial"/>
                <a:cs typeface="Arial"/>
              </a:defRPr>
            </a:lvl9pPr>
          </a:lstStyle>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Прогресс серверде</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сақталады.</a:t>
            </a:r>
          </a:p>
          <a:p xmlns:a="http://schemas.openxmlformats.org/drawingml/2006/main">
            <a:r>
              <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Материалдарды өтіп,</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тесттен кемінде 80%</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жинасаңыз, курс</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аяқталады.</a:t>
            </a:r>
          </a:p>
        </p:txBody>
      </p:sp>
      <p:sp>
        <p:nvSpPr>
          <p:cNvPr id="35" name="">
            <a:extLst xmlns:a="http://schemas.openxmlformats.org/drawingml/2006/main">
              <a:ext uri="{FF2B5EF4-FFF2-40B4-BE49-F238E27FC236}">
                <a16:creationId xmlns:a16="http://schemas.microsoft.com/office/drawing/2014/main" id="{50F1AE33-B335-4005-9F7D-AC3C32E3EC69}"/>
              </a:ext>
            </a:extLst>
          </p:cNvPr>
          <p:cNvSpPr>
            <a:spLocks xmlns:a="http://schemas.openxmlformats.org/drawingml/2006/main" noGrp="1"/>
          </p:cNvSpPr>
          <p:nvPr/>
        </p:nvSpPr>
        <p:spPr>
          <a:xfrm xmlns:a="http://schemas.openxmlformats.org/drawingml/2006/main">
            <a:off x="9128858" y="5802802"/>
            <a:ext cx="1859085" cy="365291"/>
          </a:xfrm>
          <a:prstGeom xmlns:a="http://schemas.openxmlformats.org/drawingml/2006/main" prst="roundRect">
            <a:avLst>
              <a:gd name="adj" fmla="val 15645"/>
            </a:avLst>
          </a:prstGeom>
          <a:solidFill xmlns:a="http://schemas.openxmlformats.org/drawingml/2006/main">
            <a:srgbClr val="E8F2E9"/>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28C3031-DF07-4DEA-B253-FB2D93818F5B}"/>
              </a:ext>
            </a:extLst>
          </p:cNvPr>
          <p:cNvSpPr>
            <a:spLocks xmlns:a="http://schemas.openxmlformats.org/drawingml/2006/main" noGrp="1"/>
          </p:cNvSpPr>
          <p:nvPr/>
        </p:nvSpPr>
        <p:spPr>
          <a:xfrm xmlns:a="http://schemas.openxmlformats.org/drawingml/2006/main">
            <a:off x="9225573" y="5899496"/>
            <a:ext cx="1665654" cy="225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5" b="1">
                <a:solidFill>
                  <a:srgbClr val="207A5B"/>
                </a:solidFill>
                <a:latin typeface="Arial"/>
                <a:ea typeface="Arial"/>
                <a:cs typeface="Arial"/>
              </a:defRPr>
            </a:defPPr>
            <a:lvl1pPr>
              <a:defRPr sz="1015" b="1">
                <a:solidFill>
                  <a:srgbClr val="207A5B"/>
                </a:solidFill>
                <a:latin typeface="Arial"/>
                <a:ea typeface="Arial"/>
                <a:cs typeface="Arial"/>
              </a:defRPr>
            </a:lvl1pPr>
            <a:lvl2pPr>
              <a:defRPr sz="1015" b="1">
                <a:solidFill>
                  <a:srgbClr val="207A5B"/>
                </a:solidFill>
                <a:latin typeface="Arial"/>
                <a:ea typeface="Arial"/>
                <a:cs typeface="Arial"/>
              </a:defRPr>
            </a:lvl2pPr>
            <a:lvl3pPr>
              <a:defRPr sz="1015" b="1">
                <a:solidFill>
                  <a:srgbClr val="207A5B"/>
                </a:solidFill>
                <a:latin typeface="Arial"/>
                <a:ea typeface="Arial"/>
                <a:cs typeface="Arial"/>
              </a:defRPr>
            </a:lvl3pPr>
            <a:lvl4pPr>
              <a:defRPr sz="1015" b="1">
                <a:solidFill>
                  <a:srgbClr val="207A5B"/>
                </a:solidFill>
                <a:latin typeface="Arial"/>
                <a:ea typeface="Arial"/>
                <a:cs typeface="Arial"/>
              </a:defRPr>
            </a:lvl4pPr>
            <a:lvl5pPr>
              <a:defRPr sz="1015" b="1">
                <a:solidFill>
                  <a:srgbClr val="207A5B"/>
                </a:solidFill>
                <a:latin typeface="Arial"/>
                <a:ea typeface="Arial"/>
                <a:cs typeface="Arial"/>
              </a:defRPr>
            </a:lvl5pPr>
            <a:lvl6pPr>
              <a:defRPr sz="1015" b="1">
                <a:solidFill>
                  <a:srgbClr val="207A5B"/>
                </a:solidFill>
                <a:latin typeface="Arial"/>
                <a:ea typeface="Arial"/>
                <a:cs typeface="Arial"/>
              </a:defRPr>
            </a:lvl6pPr>
            <a:lvl7pPr>
              <a:defRPr sz="1015" b="1">
                <a:solidFill>
                  <a:srgbClr val="207A5B"/>
                </a:solidFill>
                <a:latin typeface="Arial"/>
                <a:ea typeface="Arial"/>
                <a:cs typeface="Arial"/>
              </a:defRPr>
            </a:lvl7pPr>
            <a:lvl8pPr>
              <a:defRPr sz="1015" b="1">
                <a:solidFill>
                  <a:srgbClr val="207A5B"/>
                </a:solidFill>
                <a:latin typeface="Arial"/>
                <a:ea typeface="Arial"/>
                <a:cs typeface="Arial"/>
              </a:defRPr>
            </a:lvl8pPr>
            <a:lvl9pPr>
              <a:defRPr sz="1015" b="1">
                <a:solidFill>
                  <a:srgbClr val="207A5B"/>
                </a:solidFill>
                <a:latin typeface="Arial"/>
                <a:ea typeface="Arial"/>
                <a:cs typeface="Arial"/>
              </a:defRPr>
            </a:lvl9pPr>
          </a:lstStyle>
          <a:p xmlns:a="http://schemas.openxmlformats.org/drawingml/2006/main">
            <a:pPr>
              <a:defRPr sz="1015" b="1">
                <a:solidFill>
                  <a:srgbClr val="207A5B"/>
                </a:solidFill>
                <a:latin typeface="Arial"/>
                <a:ea typeface="Arial"/>
                <a:cs typeface="Arial"/>
              </a:defRPr>
            </a:pPr>
            <a:r>
              <a:rPr sz="1015" b="1">
                <a:solidFill>
                  <a:srgbClr val="207A5B"/>
                </a:solidFill>
                <a:latin typeface="Arial"/>
                <a:ea typeface="Arial"/>
                <a:cs typeface="Arial"/>
              </a:rPr>
              <a:t>Jana Academy ашу</a:t>
            </a:r>
          </a:p>
        </p:txBody>
      </p:sp>
      <p:sp>
        <p:nvSpPr>
          <p:cNvPr id="37" name="">
            <a:extLst xmlns:a="http://schemas.openxmlformats.org/drawingml/2006/main">
              <a:ext uri="{FF2B5EF4-FFF2-40B4-BE49-F238E27FC236}">
                <a16:creationId xmlns:a16="http://schemas.microsoft.com/office/drawing/2014/main" id="{25AF734D-53C7-4418-90AB-77D4098A292F}"/>
              </a:ext>
            </a:extLst>
          </p:cNvPr>
          <p:cNvSpPr>
            <a:spLocks xmlns:a="http://schemas.openxmlformats.org/drawingml/2006/main" noGrp="1"/>
          </p:cNvSpPr>
          <p:nvPr/>
        </p:nvSpPr>
        <p:spPr>
          <a:xfrm xmlns:a="http://schemas.openxmlformats.org/drawingml/2006/main">
            <a:off x="6238875" y="6534150"/>
            <a:ext cx="5238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63776F"/>
                </a:solidFill>
                <a:latin typeface="Arial"/>
                <a:ea typeface="Arial"/>
                <a:cs typeface="Arial"/>
              </a:defRPr>
            </a:defPPr>
            <a:lvl1pPr>
              <a:defRPr sz="975" b="0">
                <a:solidFill>
                  <a:srgbClr val="63776F"/>
                </a:solidFill>
                <a:latin typeface="Arial"/>
                <a:ea typeface="Arial"/>
                <a:cs typeface="Arial"/>
              </a:defRPr>
            </a:lvl1pPr>
            <a:lvl2pPr>
              <a:defRPr sz="975" b="0">
                <a:solidFill>
                  <a:srgbClr val="63776F"/>
                </a:solidFill>
                <a:latin typeface="Arial"/>
                <a:ea typeface="Arial"/>
                <a:cs typeface="Arial"/>
              </a:defRPr>
            </a:lvl2pPr>
            <a:lvl3pPr>
              <a:defRPr sz="975" b="0">
                <a:solidFill>
                  <a:srgbClr val="63776F"/>
                </a:solidFill>
                <a:latin typeface="Arial"/>
                <a:ea typeface="Arial"/>
                <a:cs typeface="Arial"/>
              </a:defRPr>
            </a:lvl3pPr>
            <a:lvl4pPr>
              <a:defRPr sz="975" b="0">
                <a:solidFill>
                  <a:srgbClr val="63776F"/>
                </a:solidFill>
                <a:latin typeface="Arial"/>
                <a:ea typeface="Arial"/>
                <a:cs typeface="Arial"/>
              </a:defRPr>
            </a:lvl4pPr>
            <a:lvl5pPr>
              <a:defRPr sz="975" b="0">
                <a:solidFill>
                  <a:srgbClr val="63776F"/>
                </a:solidFill>
                <a:latin typeface="Arial"/>
                <a:ea typeface="Arial"/>
                <a:cs typeface="Arial"/>
              </a:defRPr>
            </a:lvl5pPr>
            <a:lvl6pPr>
              <a:defRPr sz="975" b="0">
                <a:solidFill>
                  <a:srgbClr val="63776F"/>
                </a:solidFill>
                <a:latin typeface="Arial"/>
                <a:ea typeface="Arial"/>
                <a:cs typeface="Arial"/>
              </a:defRPr>
            </a:lvl6pPr>
            <a:lvl7pPr>
              <a:defRPr sz="975" b="0">
                <a:solidFill>
                  <a:srgbClr val="63776F"/>
                </a:solidFill>
                <a:latin typeface="Arial"/>
                <a:ea typeface="Arial"/>
                <a:cs typeface="Arial"/>
              </a:defRPr>
            </a:lvl7pPr>
            <a:lvl8pPr>
              <a:defRPr sz="975" b="0">
                <a:solidFill>
                  <a:srgbClr val="63776F"/>
                </a:solidFill>
                <a:latin typeface="Arial"/>
                <a:ea typeface="Arial"/>
                <a:cs typeface="Arial"/>
              </a:defRPr>
            </a:lvl8pPr>
            <a:lvl9pPr>
              <a:defRPr sz="975" b="0">
                <a:solidFill>
                  <a:srgbClr val="63776F"/>
                </a:solidFill>
                <a:latin typeface="Arial"/>
                <a:ea typeface="Arial"/>
                <a:cs typeface="Arial"/>
              </a:defRPr>
            </a:lvl9pPr>
          </a:lstStyle>
          <a:p xmlns:a="http://schemas.openxmlformats.org/drawingml/2006/main">
            <a:pPr>
              <a:defRPr sz="975" b="0">
                <a:solidFill>
                  <a:srgbClr val="63776F"/>
                </a:solidFill>
                <a:latin typeface="Arial"/>
                <a:ea typeface="Arial"/>
                <a:cs typeface="Arial"/>
              </a:defRPr>
            </a:pPr>
            <a:r>
              <a:rPr sz="975" b="0">
                <a:solidFill>
                  <a:srgbClr val="63776F"/>
                </a:solidFill>
                <a:latin typeface="Arial"/>
                <a:ea typeface="Arial"/>
                <a:cs typeface="Arial"/>
              </a:rPr>
              <a:t>Интерфейстің қазақша макеті</a:t>
            </a:r>
          </a:p>
        </p:txBody>
      </p:sp>
    </p:spTree>
    <p:extLst>
      <p:ext uri="{BB962C8B-B14F-4D97-AF65-F5344CB8AC3E}">
        <p14:creationId xmlns:p14="http://schemas.microsoft.com/office/powerpoint/2010/main" val="1797216015"/>
      </p:ext>
    </p:extLst>
  </p:cSld>
</p:sld>
</file>

<file path=ppt/slides/slide7.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EE9BC67-7354-4AC9-9472-CE1E97278E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0A84DFF-2316-44DF-8265-2FB0EB6B76AC}"/>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Бір кабинет.</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Үлкен және шағын экранда.</a:t>
            </a:r>
          </a:p>
        </p:txBody>
      </p:sp>
      <p:sp>
        <p:nvSpPr>
          <p:cNvPr id="4" name="">
            <a:extLst xmlns:a="http://schemas.openxmlformats.org/drawingml/2006/main">
              <a:ext uri="{FF2B5EF4-FFF2-40B4-BE49-F238E27FC236}">
                <a16:creationId xmlns:a16="http://schemas.microsoft.com/office/drawing/2014/main" id="{2B96F866-4558-4D5D-A4BC-281794D9C037}"/>
              </a:ext>
            </a:extLst>
          </p:cNvPr>
          <p:cNvSpPr>
            <a:spLocks xmlns:a="http://schemas.openxmlformats.org/drawingml/2006/main" noGrp="1"/>
          </p:cNvSpPr>
          <p:nvPr/>
        </p:nvSpPr>
        <p:spPr>
          <a:xfrm xmlns:a="http://schemas.openxmlformats.org/drawingml/2006/main">
            <a:off x="695325" y="1895475"/>
            <a:ext cx="2105025" cy="4400550"/>
          </a:xfrm>
          <a:prstGeom xmlns:a="http://schemas.openxmlformats.org/drawingml/2006/main" prst="roundRect">
            <a:avLst>
              <a:gd name="adj" fmla="val 3620"/>
            </a:avLst>
          </a:prstGeom>
          <a:solidFill xmlns:a="http://schemas.openxmlformats.org/drawingml/2006/main">
            <a:srgbClr val="103A3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6D2D1C-ACDF-4E93-BDF5-26275DAD984A}"/>
              </a:ext>
            </a:extLst>
          </p:cNvPr>
          <p:cNvSpPr>
            <a:spLocks xmlns:a="http://schemas.openxmlformats.org/drawingml/2006/main" noGrp="1"/>
          </p:cNvSpPr>
          <p:nvPr/>
        </p:nvSpPr>
        <p:spPr>
          <a:xfrm xmlns:a="http://schemas.openxmlformats.org/drawingml/2006/main">
            <a:off x="3362325" y="1895475"/>
            <a:ext cx="2105025" cy="4400550"/>
          </a:xfrm>
          <a:prstGeom xmlns:a="http://schemas.openxmlformats.org/drawingml/2006/main" prst="roundRect">
            <a:avLst>
              <a:gd name="adj" fmla="val 3620"/>
            </a:avLst>
          </a:prstGeom>
          <a:solidFill xmlns:a="http://schemas.openxmlformats.org/drawingml/2006/main">
            <a:srgbClr val="103A3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E21835E-B2C3-43AD-906B-850B6FC0B70D}"/>
              </a:ext>
            </a:extLst>
          </p:cNvPr>
          <p:cNvSpPr>
            <a:spLocks xmlns:a="http://schemas.openxmlformats.org/drawingml/2006/main" noGrp="1"/>
          </p:cNvSpPr>
          <p:nvPr/>
        </p:nvSpPr>
        <p:spPr>
          <a:xfrm xmlns:a="http://schemas.openxmlformats.org/drawingml/2006/main">
            <a:off x="6029325" y="1895475"/>
            <a:ext cx="2105025" cy="4400550"/>
          </a:xfrm>
          <a:prstGeom xmlns:a="http://schemas.openxmlformats.org/drawingml/2006/main" prst="roundRect">
            <a:avLst>
              <a:gd name="adj" fmla="val 3620"/>
            </a:avLst>
          </a:prstGeom>
          <a:solidFill xmlns:a="http://schemas.openxmlformats.org/drawingml/2006/main">
            <a:srgbClr val="103A3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96069F-FC94-4F63-83F2-D394E30D2303}"/>
              </a:ext>
            </a:extLst>
          </p:cNvPr>
          <p:cNvSpPr>
            <a:spLocks xmlns:a="http://schemas.openxmlformats.org/drawingml/2006/main" noGrp="1"/>
          </p:cNvSpPr>
          <p:nvPr/>
        </p:nvSpPr>
        <p:spPr>
          <a:xfrm xmlns:a="http://schemas.openxmlformats.org/drawingml/2006/main">
            <a:off x="762000" y="63341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103A30"/>
                </a:solidFill>
                <a:latin typeface="Arial"/>
                <a:ea typeface="Arial"/>
                <a:cs typeface="Arial"/>
              </a:defRPr>
            </a:defPPr>
            <a:lvl1pPr>
              <a:defRPr sz="1650" b="1">
                <a:solidFill>
                  <a:srgbClr val="103A30"/>
                </a:solidFill>
                <a:latin typeface="Arial"/>
                <a:ea typeface="Arial"/>
                <a:cs typeface="Arial"/>
              </a:defRPr>
            </a:lvl1pPr>
            <a:lvl2pPr>
              <a:defRPr sz="1650" b="1">
                <a:solidFill>
                  <a:srgbClr val="103A30"/>
                </a:solidFill>
                <a:latin typeface="Arial"/>
                <a:ea typeface="Arial"/>
                <a:cs typeface="Arial"/>
              </a:defRPr>
            </a:lvl2pPr>
            <a:lvl3pPr>
              <a:defRPr sz="1650" b="1">
                <a:solidFill>
                  <a:srgbClr val="103A30"/>
                </a:solidFill>
                <a:latin typeface="Arial"/>
                <a:ea typeface="Arial"/>
                <a:cs typeface="Arial"/>
              </a:defRPr>
            </a:lvl3pPr>
            <a:lvl4pPr>
              <a:defRPr sz="1650" b="1">
                <a:solidFill>
                  <a:srgbClr val="103A30"/>
                </a:solidFill>
                <a:latin typeface="Arial"/>
                <a:ea typeface="Arial"/>
                <a:cs typeface="Arial"/>
              </a:defRPr>
            </a:lvl4pPr>
            <a:lvl5pPr>
              <a:defRPr sz="1650" b="1">
                <a:solidFill>
                  <a:srgbClr val="103A30"/>
                </a:solidFill>
                <a:latin typeface="Arial"/>
                <a:ea typeface="Arial"/>
                <a:cs typeface="Arial"/>
              </a:defRPr>
            </a:lvl5pPr>
            <a:lvl6pPr>
              <a:defRPr sz="1650" b="1">
                <a:solidFill>
                  <a:srgbClr val="103A30"/>
                </a:solidFill>
                <a:latin typeface="Arial"/>
                <a:ea typeface="Arial"/>
                <a:cs typeface="Arial"/>
              </a:defRPr>
            </a:lvl6pPr>
            <a:lvl7pPr>
              <a:defRPr sz="1650" b="1">
                <a:solidFill>
                  <a:srgbClr val="103A30"/>
                </a:solidFill>
                <a:latin typeface="Arial"/>
                <a:ea typeface="Arial"/>
                <a:cs typeface="Arial"/>
              </a:defRPr>
            </a:lvl7pPr>
            <a:lvl8pPr>
              <a:defRPr sz="1650" b="1">
                <a:solidFill>
                  <a:srgbClr val="103A30"/>
                </a:solidFill>
                <a:latin typeface="Arial"/>
                <a:ea typeface="Arial"/>
                <a:cs typeface="Arial"/>
              </a:defRPr>
            </a:lvl8pPr>
            <a:lvl9pPr>
              <a:defRPr sz="1650" b="1">
                <a:solidFill>
                  <a:srgbClr val="103A30"/>
                </a:solidFill>
                <a:latin typeface="Arial"/>
                <a:ea typeface="Arial"/>
                <a:cs typeface="Arial"/>
              </a:defRPr>
            </a:lvl9pPr>
          </a:lstStyle>
          <a:p xmlns:a="http://schemas.openxmlformats.org/drawingml/2006/main">
            <a:pPr>
              <a:defRPr sz="1650" b="1">
                <a:solidFill>
                  <a:srgbClr val="103A30"/>
                </a:solidFill>
                <a:latin typeface="Arial"/>
                <a:ea typeface="Arial"/>
                <a:cs typeface="Arial"/>
              </a:defRPr>
            </a:pPr>
            <a:r>
              <a:rPr sz="1650" b="1">
                <a:solidFill>
                  <a:srgbClr val="103A30"/>
                </a:solidFill>
                <a:latin typeface="Arial"/>
                <a:ea typeface="Arial"/>
                <a:cs typeface="Arial"/>
              </a:rPr>
              <a:t>Навигация</a:t>
            </a:r>
          </a:p>
        </p:txBody>
      </p:sp>
      <p:sp>
        <p:nvSpPr>
          <p:cNvPr id="8" name="">
            <a:extLst xmlns:a="http://schemas.openxmlformats.org/drawingml/2006/main">
              <a:ext uri="{FF2B5EF4-FFF2-40B4-BE49-F238E27FC236}">
                <a16:creationId xmlns:a16="http://schemas.microsoft.com/office/drawing/2014/main" id="{6D6CFC69-9331-4467-A14B-75B36BA884A7}"/>
              </a:ext>
            </a:extLst>
          </p:cNvPr>
          <p:cNvSpPr>
            <a:spLocks xmlns:a="http://schemas.openxmlformats.org/drawingml/2006/main" noGrp="1"/>
          </p:cNvSpPr>
          <p:nvPr/>
        </p:nvSpPr>
        <p:spPr>
          <a:xfrm xmlns:a="http://schemas.openxmlformats.org/drawingml/2006/main">
            <a:off x="3429000" y="63341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103A30"/>
                </a:solidFill>
                <a:latin typeface="Arial"/>
                <a:ea typeface="Arial"/>
                <a:cs typeface="Arial"/>
              </a:defRPr>
            </a:defPPr>
            <a:lvl1pPr>
              <a:defRPr sz="1650" b="1">
                <a:solidFill>
                  <a:srgbClr val="103A30"/>
                </a:solidFill>
                <a:latin typeface="Arial"/>
                <a:ea typeface="Arial"/>
                <a:cs typeface="Arial"/>
              </a:defRPr>
            </a:lvl1pPr>
            <a:lvl2pPr>
              <a:defRPr sz="1650" b="1">
                <a:solidFill>
                  <a:srgbClr val="103A30"/>
                </a:solidFill>
                <a:latin typeface="Arial"/>
                <a:ea typeface="Arial"/>
                <a:cs typeface="Arial"/>
              </a:defRPr>
            </a:lvl2pPr>
            <a:lvl3pPr>
              <a:defRPr sz="1650" b="1">
                <a:solidFill>
                  <a:srgbClr val="103A30"/>
                </a:solidFill>
                <a:latin typeface="Arial"/>
                <a:ea typeface="Arial"/>
                <a:cs typeface="Arial"/>
              </a:defRPr>
            </a:lvl3pPr>
            <a:lvl4pPr>
              <a:defRPr sz="1650" b="1">
                <a:solidFill>
                  <a:srgbClr val="103A30"/>
                </a:solidFill>
                <a:latin typeface="Arial"/>
                <a:ea typeface="Arial"/>
                <a:cs typeface="Arial"/>
              </a:defRPr>
            </a:lvl4pPr>
            <a:lvl5pPr>
              <a:defRPr sz="1650" b="1">
                <a:solidFill>
                  <a:srgbClr val="103A30"/>
                </a:solidFill>
                <a:latin typeface="Arial"/>
                <a:ea typeface="Arial"/>
                <a:cs typeface="Arial"/>
              </a:defRPr>
            </a:lvl5pPr>
            <a:lvl6pPr>
              <a:defRPr sz="1650" b="1">
                <a:solidFill>
                  <a:srgbClr val="103A30"/>
                </a:solidFill>
                <a:latin typeface="Arial"/>
                <a:ea typeface="Arial"/>
                <a:cs typeface="Arial"/>
              </a:defRPr>
            </a:lvl6pPr>
            <a:lvl7pPr>
              <a:defRPr sz="1650" b="1">
                <a:solidFill>
                  <a:srgbClr val="103A30"/>
                </a:solidFill>
                <a:latin typeface="Arial"/>
                <a:ea typeface="Arial"/>
                <a:cs typeface="Arial"/>
              </a:defRPr>
            </a:lvl7pPr>
            <a:lvl8pPr>
              <a:defRPr sz="1650" b="1">
                <a:solidFill>
                  <a:srgbClr val="103A30"/>
                </a:solidFill>
                <a:latin typeface="Arial"/>
                <a:ea typeface="Arial"/>
                <a:cs typeface="Arial"/>
              </a:defRPr>
            </a:lvl8pPr>
            <a:lvl9pPr>
              <a:defRPr sz="1650" b="1">
                <a:solidFill>
                  <a:srgbClr val="103A30"/>
                </a:solidFill>
                <a:latin typeface="Arial"/>
                <a:ea typeface="Arial"/>
                <a:cs typeface="Arial"/>
              </a:defRPr>
            </a:lvl9pPr>
          </a:lstStyle>
          <a:p xmlns:a="http://schemas.openxmlformats.org/drawingml/2006/main">
            <a:pPr>
              <a:defRPr sz="1650" b="1">
                <a:solidFill>
                  <a:srgbClr val="103A30"/>
                </a:solidFill>
                <a:latin typeface="Arial"/>
                <a:ea typeface="Arial"/>
                <a:cs typeface="Arial"/>
              </a:defRPr>
            </a:pPr>
            <a:r>
              <a:rPr sz="1650" b="1">
                <a:solidFill>
                  <a:srgbClr val="103A30"/>
                </a:solidFill>
                <a:latin typeface="Arial"/>
                <a:ea typeface="Arial"/>
                <a:cs typeface="Arial"/>
              </a:rPr>
              <a:t>Байланыс</a:t>
            </a:r>
          </a:p>
        </p:txBody>
      </p:sp>
      <p:sp>
        <p:nvSpPr>
          <p:cNvPr id="9" name="">
            <a:extLst xmlns:a="http://schemas.openxmlformats.org/drawingml/2006/main">
              <a:ext uri="{FF2B5EF4-FFF2-40B4-BE49-F238E27FC236}">
                <a16:creationId xmlns:a16="http://schemas.microsoft.com/office/drawing/2014/main" id="{6F29602E-C038-4CAD-926E-585AC3B551D4}"/>
              </a:ext>
            </a:extLst>
          </p:cNvPr>
          <p:cNvSpPr>
            <a:spLocks xmlns:a="http://schemas.openxmlformats.org/drawingml/2006/main" noGrp="1"/>
          </p:cNvSpPr>
          <p:nvPr/>
        </p:nvSpPr>
        <p:spPr>
          <a:xfrm xmlns:a="http://schemas.openxmlformats.org/drawingml/2006/main">
            <a:off x="6096000" y="63341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103A30"/>
                </a:solidFill>
                <a:latin typeface="Arial"/>
                <a:ea typeface="Arial"/>
                <a:cs typeface="Arial"/>
              </a:defRPr>
            </a:defPPr>
            <a:lvl1pPr>
              <a:defRPr sz="1650" b="1">
                <a:solidFill>
                  <a:srgbClr val="103A30"/>
                </a:solidFill>
                <a:latin typeface="Arial"/>
                <a:ea typeface="Arial"/>
                <a:cs typeface="Arial"/>
              </a:defRPr>
            </a:lvl1pPr>
            <a:lvl2pPr>
              <a:defRPr sz="1650" b="1">
                <a:solidFill>
                  <a:srgbClr val="103A30"/>
                </a:solidFill>
                <a:latin typeface="Arial"/>
                <a:ea typeface="Arial"/>
                <a:cs typeface="Arial"/>
              </a:defRPr>
            </a:lvl2pPr>
            <a:lvl3pPr>
              <a:defRPr sz="1650" b="1">
                <a:solidFill>
                  <a:srgbClr val="103A30"/>
                </a:solidFill>
                <a:latin typeface="Arial"/>
                <a:ea typeface="Arial"/>
                <a:cs typeface="Arial"/>
              </a:defRPr>
            </a:lvl3pPr>
            <a:lvl4pPr>
              <a:defRPr sz="1650" b="1">
                <a:solidFill>
                  <a:srgbClr val="103A30"/>
                </a:solidFill>
                <a:latin typeface="Arial"/>
                <a:ea typeface="Arial"/>
                <a:cs typeface="Arial"/>
              </a:defRPr>
            </a:lvl4pPr>
            <a:lvl5pPr>
              <a:defRPr sz="1650" b="1">
                <a:solidFill>
                  <a:srgbClr val="103A30"/>
                </a:solidFill>
                <a:latin typeface="Arial"/>
                <a:ea typeface="Arial"/>
                <a:cs typeface="Arial"/>
              </a:defRPr>
            </a:lvl5pPr>
            <a:lvl6pPr>
              <a:defRPr sz="1650" b="1">
                <a:solidFill>
                  <a:srgbClr val="103A30"/>
                </a:solidFill>
                <a:latin typeface="Arial"/>
                <a:ea typeface="Arial"/>
                <a:cs typeface="Arial"/>
              </a:defRPr>
            </a:lvl6pPr>
            <a:lvl7pPr>
              <a:defRPr sz="1650" b="1">
                <a:solidFill>
                  <a:srgbClr val="103A30"/>
                </a:solidFill>
                <a:latin typeface="Arial"/>
                <a:ea typeface="Arial"/>
                <a:cs typeface="Arial"/>
              </a:defRPr>
            </a:lvl7pPr>
            <a:lvl8pPr>
              <a:defRPr sz="1650" b="1">
                <a:solidFill>
                  <a:srgbClr val="103A30"/>
                </a:solidFill>
                <a:latin typeface="Arial"/>
                <a:ea typeface="Arial"/>
                <a:cs typeface="Arial"/>
              </a:defRPr>
            </a:lvl8pPr>
            <a:lvl9pPr>
              <a:defRPr sz="1650" b="1">
                <a:solidFill>
                  <a:srgbClr val="103A30"/>
                </a:solidFill>
                <a:latin typeface="Arial"/>
                <a:ea typeface="Arial"/>
                <a:cs typeface="Arial"/>
              </a:defRPr>
            </a:lvl9pPr>
          </a:lstStyle>
          <a:p xmlns:a="http://schemas.openxmlformats.org/drawingml/2006/main">
            <a:pPr>
              <a:defRPr sz="1650" b="1">
                <a:solidFill>
                  <a:srgbClr val="103A30"/>
                </a:solidFill>
                <a:latin typeface="Arial"/>
                <a:ea typeface="Arial"/>
                <a:cs typeface="Arial"/>
              </a:defRPr>
            </a:pPr>
            <a:r>
              <a:rPr sz="1650" b="1">
                <a:solidFill>
                  <a:srgbClr val="103A30"/>
                </a:solidFill>
                <a:latin typeface="Arial"/>
                <a:ea typeface="Arial"/>
                <a:cs typeface="Arial"/>
              </a:rPr>
              <a:t>Хабарламалар</a:t>
            </a:r>
          </a:p>
        </p:txBody>
      </p:sp>
      <p:sp>
        <p:nvSpPr>
          <p:cNvPr id="10" name="">
            <a:extLst xmlns:a="http://schemas.openxmlformats.org/drawingml/2006/main">
              <a:ext uri="{FF2B5EF4-FFF2-40B4-BE49-F238E27FC236}">
                <a16:creationId xmlns:a16="http://schemas.microsoft.com/office/drawing/2014/main" id="{9F8145FF-AA1A-4F1C-BD8D-A9BA51424DA1}"/>
              </a:ext>
            </a:extLst>
          </p:cNvPr>
          <p:cNvSpPr>
            <a:spLocks xmlns:a="http://schemas.openxmlformats.org/drawingml/2006/main" noGrp="1"/>
          </p:cNvSpPr>
          <p:nvPr/>
        </p:nvSpPr>
        <p:spPr>
          <a:xfrm xmlns:a="http://schemas.openxmlformats.org/drawingml/2006/main">
            <a:off x="8858250" y="2276475"/>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75" b="1">
                <a:solidFill>
                  <a:srgbClr val="207A5B"/>
                </a:solidFill>
                <a:latin typeface="Arial"/>
                <a:ea typeface="Arial"/>
                <a:cs typeface="Arial"/>
              </a:defRPr>
            </a:defPPr>
            <a:lvl1pPr>
              <a:defRPr sz="3975" b="1">
                <a:solidFill>
                  <a:srgbClr val="207A5B"/>
                </a:solidFill>
                <a:latin typeface="Arial"/>
                <a:ea typeface="Arial"/>
                <a:cs typeface="Arial"/>
              </a:defRPr>
            </a:lvl1pPr>
            <a:lvl2pPr>
              <a:defRPr sz="3975" b="1">
                <a:solidFill>
                  <a:srgbClr val="207A5B"/>
                </a:solidFill>
                <a:latin typeface="Arial"/>
                <a:ea typeface="Arial"/>
                <a:cs typeface="Arial"/>
              </a:defRPr>
            </a:lvl2pPr>
            <a:lvl3pPr>
              <a:defRPr sz="3975" b="1">
                <a:solidFill>
                  <a:srgbClr val="207A5B"/>
                </a:solidFill>
                <a:latin typeface="Arial"/>
                <a:ea typeface="Arial"/>
                <a:cs typeface="Arial"/>
              </a:defRPr>
            </a:lvl3pPr>
            <a:lvl4pPr>
              <a:defRPr sz="3975" b="1">
                <a:solidFill>
                  <a:srgbClr val="207A5B"/>
                </a:solidFill>
                <a:latin typeface="Arial"/>
                <a:ea typeface="Arial"/>
                <a:cs typeface="Arial"/>
              </a:defRPr>
            </a:lvl4pPr>
            <a:lvl5pPr>
              <a:defRPr sz="3975" b="1">
                <a:solidFill>
                  <a:srgbClr val="207A5B"/>
                </a:solidFill>
                <a:latin typeface="Arial"/>
                <a:ea typeface="Arial"/>
                <a:cs typeface="Arial"/>
              </a:defRPr>
            </a:lvl5pPr>
            <a:lvl6pPr>
              <a:defRPr sz="3975" b="1">
                <a:solidFill>
                  <a:srgbClr val="207A5B"/>
                </a:solidFill>
                <a:latin typeface="Arial"/>
                <a:ea typeface="Arial"/>
                <a:cs typeface="Arial"/>
              </a:defRPr>
            </a:lvl6pPr>
            <a:lvl7pPr>
              <a:defRPr sz="3975" b="1">
                <a:solidFill>
                  <a:srgbClr val="207A5B"/>
                </a:solidFill>
                <a:latin typeface="Arial"/>
                <a:ea typeface="Arial"/>
                <a:cs typeface="Arial"/>
              </a:defRPr>
            </a:lvl7pPr>
            <a:lvl8pPr>
              <a:defRPr sz="3975" b="1">
                <a:solidFill>
                  <a:srgbClr val="207A5B"/>
                </a:solidFill>
                <a:latin typeface="Arial"/>
                <a:ea typeface="Arial"/>
                <a:cs typeface="Arial"/>
              </a:defRPr>
            </a:lvl8pPr>
            <a:lvl9pPr>
              <a:defRPr sz="3975" b="1">
                <a:solidFill>
                  <a:srgbClr val="207A5B"/>
                </a:solidFill>
                <a:latin typeface="Arial"/>
                <a:ea typeface="Arial"/>
                <a:cs typeface="Arial"/>
              </a:defRPr>
            </a:lvl9pPr>
          </a:lstStyle>
          <a:p xmlns:a="http://schemas.openxmlformats.org/drawingml/2006/main">
            <a:pPr>
              <a:defRPr sz="3975" b="1">
                <a:solidFill>
                  <a:srgbClr val="207A5B"/>
                </a:solidFill>
                <a:latin typeface="Arial"/>
                <a:ea typeface="Arial"/>
                <a:cs typeface="Arial"/>
              </a:defRPr>
            </a:pPr>
            <a:r>
              <a:rPr sz="3975" b="1">
                <a:solidFill>
                  <a:srgbClr val="207A5B"/>
                </a:solidFill>
                <a:latin typeface="Arial"/>
                <a:ea typeface="Arial"/>
                <a:cs typeface="Arial"/>
              </a:rPr>
              <a:t>320–430</a:t>
            </a:r>
          </a:p>
        </p:txBody>
      </p:sp>
      <p:sp>
        <p:nvSpPr>
          <p:cNvPr id="11" name="">
            <a:extLst xmlns:a="http://schemas.openxmlformats.org/drawingml/2006/main">
              <a:ext uri="{FF2B5EF4-FFF2-40B4-BE49-F238E27FC236}">
                <a16:creationId xmlns:a16="http://schemas.microsoft.com/office/drawing/2014/main" id="{F884C2C9-3E8F-428B-803A-2D91496188F2}"/>
              </a:ext>
            </a:extLst>
          </p:cNvPr>
          <p:cNvSpPr>
            <a:spLocks xmlns:a="http://schemas.openxmlformats.org/drawingml/2006/main" noGrp="1"/>
          </p:cNvSpPr>
          <p:nvPr/>
        </p:nvSpPr>
        <p:spPr>
          <a:xfrm xmlns:a="http://schemas.openxmlformats.org/drawingml/2006/main">
            <a:off x="8896350" y="30289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3776F"/>
                </a:solidFill>
                <a:latin typeface="Arial"/>
                <a:ea typeface="Arial"/>
                <a:cs typeface="Arial"/>
              </a:defRPr>
            </a:defPPr>
            <a:lvl1pPr>
              <a:defRPr sz="1875" b="0">
                <a:solidFill>
                  <a:srgbClr val="63776F"/>
                </a:solidFill>
                <a:latin typeface="Arial"/>
                <a:ea typeface="Arial"/>
                <a:cs typeface="Arial"/>
              </a:defRPr>
            </a:lvl1pPr>
            <a:lvl2pPr>
              <a:defRPr sz="1875" b="0">
                <a:solidFill>
                  <a:srgbClr val="63776F"/>
                </a:solidFill>
                <a:latin typeface="Arial"/>
                <a:ea typeface="Arial"/>
                <a:cs typeface="Arial"/>
              </a:defRPr>
            </a:lvl2pPr>
            <a:lvl3pPr>
              <a:defRPr sz="1875" b="0">
                <a:solidFill>
                  <a:srgbClr val="63776F"/>
                </a:solidFill>
                <a:latin typeface="Arial"/>
                <a:ea typeface="Arial"/>
                <a:cs typeface="Arial"/>
              </a:defRPr>
            </a:lvl3pPr>
            <a:lvl4pPr>
              <a:defRPr sz="1875" b="0">
                <a:solidFill>
                  <a:srgbClr val="63776F"/>
                </a:solidFill>
                <a:latin typeface="Arial"/>
                <a:ea typeface="Arial"/>
                <a:cs typeface="Arial"/>
              </a:defRPr>
            </a:lvl4pPr>
            <a:lvl5pPr>
              <a:defRPr sz="1875" b="0">
                <a:solidFill>
                  <a:srgbClr val="63776F"/>
                </a:solidFill>
                <a:latin typeface="Arial"/>
                <a:ea typeface="Arial"/>
                <a:cs typeface="Arial"/>
              </a:defRPr>
            </a:lvl5pPr>
            <a:lvl6pPr>
              <a:defRPr sz="1875" b="0">
                <a:solidFill>
                  <a:srgbClr val="63776F"/>
                </a:solidFill>
                <a:latin typeface="Arial"/>
                <a:ea typeface="Arial"/>
                <a:cs typeface="Arial"/>
              </a:defRPr>
            </a:lvl6pPr>
            <a:lvl7pPr>
              <a:defRPr sz="1875" b="0">
                <a:solidFill>
                  <a:srgbClr val="63776F"/>
                </a:solidFill>
                <a:latin typeface="Arial"/>
                <a:ea typeface="Arial"/>
                <a:cs typeface="Arial"/>
              </a:defRPr>
            </a:lvl7pPr>
            <a:lvl8pPr>
              <a:defRPr sz="1875" b="0">
                <a:solidFill>
                  <a:srgbClr val="63776F"/>
                </a:solidFill>
                <a:latin typeface="Arial"/>
                <a:ea typeface="Arial"/>
                <a:cs typeface="Arial"/>
              </a:defRPr>
            </a:lvl8pPr>
            <a:lvl9pPr>
              <a:defRPr sz="1875" b="0">
                <a:solidFill>
                  <a:srgbClr val="63776F"/>
                </a:solidFill>
                <a:latin typeface="Arial"/>
                <a:ea typeface="Arial"/>
                <a:cs typeface="Arial"/>
              </a:defRPr>
            </a:lvl9pPr>
          </a:lstStyle>
          <a:p xmlns:a="http://schemas.openxmlformats.org/drawingml/2006/main">
            <a:pPr>
              <a:defRPr sz="1875" b="0">
                <a:solidFill>
                  <a:srgbClr val="63776F"/>
                </a:solidFill>
                <a:latin typeface="Arial"/>
                <a:ea typeface="Arial"/>
                <a:cs typeface="Arial"/>
              </a:defRPr>
            </a:pPr>
            <a:r>
              <a:rPr sz="1875" b="0">
                <a:solidFill>
                  <a:srgbClr val="63776F"/>
                </a:solidFill>
                <a:latin typeface="Arial"/>
                <a:ea typeface="Arial"/>
                <a:cs typeface="Arial"/>
              </a:rPr>
              <a:t>px</a:t>
            </a:r>
          </a:p>
        </p:txBody>
      </p:sp>
      <p:sp>
        <p:nvSpPr>
          <p:cNvPr id="12" name="">
            <a:extLst xmlns:a="http://schemas.openxmlformats.org/drawingml/2006/main">
              <a:ext uri="{FF2B5EF4-FFF2-40B4-BE49-F238E27FC236}">
                <a16:creationId xmlns:a16="http://schemas.microsoft.com/office/drawing/2014/main" id="{E9C6CCB4-4176-4710-B1A0-5160D889DF6B}"/>
              </a:ext>
            </a:extLst>
          </p:cNvPr>
          <p:cNvSpPr>
            <a:spLocks xmlns:a="http://schemas.openxmlformats.org/drawingml/2006/main" noGrp="1"/>
          </p:cNvSpPr>
          <p:nvPr/>
        </p:nvSpPr>
        <p:spPr>
          <a:xfrm xmlns:a="http://schemas.openxmlformats.org/drawingml/2006/main">
            <a:off x="8896350" y="3590925"/>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03A30"/>
                </a:solidFill>
                <a:latin typeface="Arial"/>
                <a:ea typeface="Arial"/>
                <a:cs typeface="Arial"/>
              </a:defRPr>
            </a:defPPr>
            <a:lvl1pPr>
              <a:defRPr sz="2100" b="1">
                <a:solidFill>
                  <a:srgbClr val="103A30"/>
                </a:solidFill>
                <a:latin typeface="Arial"/>
                <a:ea typeface="Arial"/>
                <a:cs typeface="Arial"/>
              </a:defRPr>
            </a:lvl1pPr>
            <a:lvl2pPr>
              <a:defRPr sz="2100" b="1">
                <a:solidFill>
                  <a:srgbClr val="103A30"/>
                </a:solidFill>
                <a:latin typeface="Arial"/>
                <a:ea typeface="Arial"/>
                <a:cs typeface="Arial"/>
              </a:defRPr>
            </a:lvl2pPr>
            <a:lvl3pPr>
              <a:defRPr sz="2100" b="1">
                <a:solidFill>
                  <a:srgbClr val="103A30"/>
                </a:solidFill>
                <a:latin typeface="Arial"/>
                <a:ea typeface="Arial"/>
                <a:cs typeface="Arial"/>
              </a:defRPr>
            </a:lvl3pPr>
            <a:lvl4pPr>
              <a:defRPr sz="2100" b="1">
                <a:solidFill>
                  <a:srgbClr val="103A30"/>
                </a:solidFill>
                <a:latin typeface="Arial"/>
                <a:ea typeface="Arial"/>
                <a:cs typeface="Arial"/>
              </a:defRPr>
            </a:lvl4pPr>
            <a:lvl5pPr>
              <a:defRPr sz="2100" b="1">
                <a:solidFill>
                  <a:srgbClr val="103A30"/>
                </a:solidFill>
                <a:latin typeface="Arial"/>
                <a:ea typeface="Arial"/>
                <a:cs typeface="Arial"/>
              </a:defRPr>
            </a:lvl5pPr>
            <a:lvl6pPr>
              <a:defRPr sz="2100" b="1">
                <a:solidFill>
                  <a:srgbClr val="103A30"/>
                </a:solidFill>
                <a:latin typeface="Arial"/>
                <a:ea typeface="Arial"/>
                <a:cs typeface="Arial"/>
              </a:defRPr>
            </a:lvl6pPr>
            <a:lvl7pPr>
              <a:defRPr sz="2100" b="1">
                <a:solidFill>
                  <a:srgbClr val="103A30"/>
                </a:solidFill>
                <a:latin typeface="Arial"/>
                <a:ea typeface="Arial"/>
                <a:cs typeface="Arial"/>
              </a:defRPr>
            </a:lvl7pPr>
            <a:lvl8pPr>
              <a:defRPr sz="2100" b="1">
                <a:solidFill>
                  <a:srgbClr val="103A30"/>
                </a:solidFill>
                <a:latin typeface="Arial"/>
                <a:ea typeface="Arial"/>
                <a:cs typeface="Arial"/>
              </a:defRPr>
            </a:lvl8pPr>
            <a:lvl9pPr>
              <a:defRPr sz="2100" b="1">
                <a:solidFill>
                  <a:srgbClr val="103A30"/>
                </a:solidFill>
                <a:latin typeface="Arial"/>
                <a:ea typeface="Arial"/>
                <a:cs typeface="Arial"/>
              </a:defRPr>
            </a:lvl9pPr>
          </a:lstStyle>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Браузерде тексерілген</a:t>
            </a:r>
          </a:p>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экран ені</a:t>
            </a:r>
          </a:p>
        </p:txBody>
      </p:sp>
      <p:sp>
        <p:nvSpPr>
          <p:cNvPr id="13" name="">
            <a:extLst xmlns:a="http://schemas.openxmlformats.org/drawingml/2006/main">
              <a:ext uri="{FF2B5EF4-FFF2-40B4-BE49-F238E27FC236}">
                <a16:creationId xmlns:a16="http://schemas.microsoft.com/office/drawing/2014/main" id="{3CA9CE2C-EB22-415D-925A-9AF1D9B2E839}"/>
              </a:ext>
            </a:extLst>
          </p:cNvPr>
          <p:cNvSpPr>
            <a:spLocks xmlns:a="http://schemas.openxmlformats.org/drawingml/2006/main" noGrp="1"/>
          </p:cNvSpPr>
          <p:nvPr/>
        </p:nvSpPr>
        <p:spPr>
          <a:xfrm xmlns:a="http://schemas.openxmlformats.org/drawingml/2006/main">
            <a:off x="8896350" y="4724400"/>
            <a:ext cx="261937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FEE4CD-1757-4C3A-83CC-981B2EFB7C09}"/>
              </a:ext>
            </a:extLst>
          </p:cNvPr>
          <p:cNvSpPr>
            <a:spLocks xmlns:a="http://schemas.openxmlformats.org/drawingml/2006/main" noGrp="1"/>
          </p:cNvSpPr>
          <p:nvPr/>
        </p:nvSpPr>
        <p:spPr>
          <a:xfrm xmlns:a="http://schemas.openxmlformats.org/drawingml/2006/main">
            <a:off x="8896350" y="502920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3776F"/>
                </a:solidFill>
                <a:latin typeface="Arial"/>
                <a:ea typeface="Arial"/>
                <a:cs typeface="Arial"/>
              </a:defRPr>
            </a:defPPr>
            <a:lvl1pPr>
              <a:defRPr sz="1875" b="0">
                <a:solidFill>
                  <a:srgbClr val="63776F"/>
                </a:solidFill>
                <a:latin typeface="Arial"/>
                <a:ea typeface="Arial"/>
                <a:cs typeface="Arial"/>
              </a:defRPr>
            </a:lvl1pPr>
            <a:lvl2pPr>
              <a:defRPr sz="1875" b="0">
                <a:solidFill>
                  <a:srgbClr val="63776F"/>
                </a:solidFill>
                <a:latin typeface="Arial"/>
                <a:ea typeface="Arial"/>
                <a:cs typeface="Arial"/>
              </a:defRPr>
            </a:lvl2pPr>
            <a:lvl3pPr>
              <a:defRPr sz="1875" b="0">
                <a:solidFill>
                  <a:srgbClr val="63776F"/>
                </a:solidFill>
                <a:latin typeface="Arial"/>
                <a:ea typeface="Arial"/>
                <a:cs typeface="Arial"/>
              </a:defRPr>
            </a:lvl3pPr>
            <a:lvl4pPr>
              <a:defRPr sz="1875" b="0">
                <a:solidFill>
                  <a:srgbClr val="63776F"/>
                </a:solidFill>
                <a:latin typeface="Arial"/>
                <a:ea typeface="Arial"/>
                <a:cs typeface="Arial"/>
              </a:defRPr>
            </a:lvl4pPr>
            <a:lvl5pPr>
              <a:defRPr sz="1875" b="0">
                <a:solidFill>
                  <a:srgbClr val="63776F"/>
                </a:solidFill>
                <a:latin typeface="Arial"/>
                <a:ea typeface="Arial"/>
                <a:cs typeface="Arial"/>
              </a:defRPr>
            </a:lvl5pPr>
            <a:lvl6pPr>
              <a:defRPr sz="1875" b="0">
                <a:solidFill>
                  <a:srgbClr val="63776F"/>
                </a:solidFill>
                <a:latin typeface="Arial"/>
                <a:ea typeface="Arial"/>
                <a:cs typeface="Arial"/>
              </a:defRPr>
            </a:lvl6pPr>
            <a:lvl7pPr>
              <a:defRPr sz="1875" b="0">
                <a:solidFill>
                  <a:srgbClr val="63776F"/>
                </a:solidFill>
                <a:latin typeface="Arial"/>
                <a:ea typeface="Arial"/>
                <a:cs typeface="Arial"/>
              </a:defRPr>
            </a:lvl7pPr>
            <a:lvl8pPr>
              <a:defRPr sz="1875" b="0">
                <a:solidFill>
                  <a:srgbClr val="63776F"/>
                </a:solidFill>
                <a:latin typeface="Arial"/>
                <a:ea typeface="Arial"/>
                <a:cs typeface="Arial"/>
              </a:defRPr>
            </a:lvl8pPr>
            <a:lvl9pPr>
              <a:defRPr sz="1875" b="0">
                <a:solidFill>
                  <a:srgbClr val="63776F"/>
                </a:solidFill>
                <a:latin typeface="Arial"/>
                <a:ea typeface="Arial"/>
                <a:cs typeface="Arial"/>
              </a:defRPr>
            </a:lvl9pPr>
          </a:lstStyle>
          <a:p xmlns:a="http://schemas.openxmlformats.org/drawingml/2006/main">
            <a:pPr>
              <a:defRPr sz="1875" b="0">
                <a:solidFill>
                  <a:srgbClr val="63776F"/>
                </a:solidFill>
                <a:latin typeface="Arial"/>
                <a:ea typeface="Arial"/>
                <a:cs typeface="Arial"/>
              </a:defRPr>
            </a:pPr>
            <a:r>
              <a:rPr sz="1875" b="0">
                <a:solidFill>
                  <a:srgbClr val="63776F"/>
                </a:solidFill>
                <a:latin typeface="Arial"/>
                <a:ea typeface="Arial"/>
                <a:cs typeface="Arial"/>
              </a:rPr>
              <a:t>Ірі енгізу өрістері,</a:t>
            </a:r>
          </a:p>
          <a:p xmlns:a="http://schemas.openxmlformats.org/drawingml/2006/main">
            <a:pPr>
              <a:defRPr sz="1875" b="0">
                <a:solidFill>
                  <a:srgbClr val="63776F"/>
                </a:solidFill>
                <a:latin typeface="Arial"/>
                <a:ea typeface="Arial"/>
                <a:cs typeface="Arial"/>
              </a:defRPr>
            </a:pPr>
            <a:r>
              <a:rPr sz="1875" b="0">
                <a:solidFill>
                  <a:srgbClr val="63776F"/>
                </a:solidFill>
                <a:latin typeface="Arial"/>
                <a:ea typeface="Arial"/>
                <a:cs typeface="Arial"/>
              </a:rPr>
              <a:t>түсінікті қате мәтіні,</a:t>
            </a:r>
          </a:p>
          <a:p xmlns:a="http://schemas.openxmlformats.org/drawingml/2006/main">
            <a:pPr>
              <a:defRPr sz="1875" b="0">
                <a:solidFill>
                  <a:srgbClr val="63776F"/>
                </a:solidFill>
                <a:latin typeface="Arial"/>
                <a:ea typeface="Arial"/>
                <a:cs typeface="Arial"/>
              </a:defRPr>
            </a:pPr>
            <a:r>
              <a:rPr sz="1875" b="0">
                <a:solidFill>
                  <a:srgbClr val="63776F"/>
                </a:solidFill>
                <a:latin typeface="Arial"/>
                <a:ea typeface="Arial"/>
                <a:cs typeface="Arial"/>
              </a:rPr>
              <a:t>нәтижеге өту.</a:t>
            </a:r>
          </a:p>
        </p:txBody>
      </p:sp>
      <p:sp>
        <p:nvSpPr>
          <p:cNvPr id="15" name="">
            <a:extLst xmlns:a="http://schemas.openxmlformats.org/drawingml/2006/main">
              <a:ext uri="{FF2B5EF4-FFF2-40B4-BE49-F238E27FC236}">
                <a16:creationId xmlns:a16="http://schemas.microsoft.com/office/drawing/2014/main" id="{4AA0DC0E-FEB4-4721-A811-D48478CE39DB}"/>
              </a:ext>
            </a:extLst>
          </p:cNvPr>
          <p:cNvSpPr>
            <a:spLocks xmlns:a="http://schemas.openxmlformats.org/drawingml/2006/main" noGrp="1"/>
          </p:cNvSpPr>
          <p:nvPr/>
        </p:nvSpPr>
        <p:spPr>
          <a:xfrm xmlns:a="http://schemas.openxmlformats.org/drawingml/2006/main">
            <a:off x="762000" y="1962150"/>
            <a:ext cx="1971675" cy="4267200"/>
          </a:xfrm>
          <a:prstGeom xmlns:a="http://schemas.openxmlformats.org/drawingml/2006/main" prst="roundRect">
            <a:avLst>
              <a:gd name="adj" fmla="val 3865"/>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6B214E6-EB56-4501-AA3C-C3C79FF4EF07}"/>
              </a:ext>
            </a:extLst>
          </p:cNvPr>
          <p:cNvSpPr>
            <a:spLocks xmlns:a="http://schemas.openxmlformats.org/drawingml/2006/main" noGrp="1"/>
          </p:cNvSpPr>
          <p:nvPr/>
        </p:nvSpPr>
        <p:spPr>
          <a:xfrm xmlns:a="http://schemas.openxmlformats.org/drawingml/2006/main">
            <a:off x="873223" y="2083492"/>
            <a:ext cx="1567229" cy="232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103A30"/>
                </a:solidFill>
                <a:latin typeface="Arial"/>
                <a:ea typeface="Arial"/>
                <a:cs typeface="Arial"/>
              </a:defRPr>
            </a:defPPr>
            <a:lvl1pPr>
              <a:defRPr sz="995" b="1">
                <a:solidFill>
                  <a:srgbClr val="103A30"/>
                </a:solidFill>
                <a:latin typeface="Arial"/>
                <a:ea typeface="Arial"/>
                <a:cs typeface="Arial"/>
              </a:defRPr>
            </a:lvl1pPr>
            <a:lvl2pPr>
              <a:defRPr sz="995" b="1">
                <a:solidFill>
                  <a:srgbClr val="103A30"/>
                </a:solidFill>
                <a:latin typeface="Arial"/>
                <a:ea typeface="Arial"/>
                <a:cs typeface="Arial"/>
              </a:defRPr>
            </a:lvl2pPr>
            <a:lvl3pPr>
              <a:defRPr sz="995" b="1">
                <a:solidFill>
                  <a:srgbClr val="103A30"/>
                </a:solidFill>
                <a:latin typeface="Arial"/>
                <a:ea typeface="Arial"/>
                <a:cs typeface="Arial"/>
              </a:defRPr>
            </a:lvl3pPr>
            <a:lvl4pPr>
              <a:defRPr sz="995" b="1">
                <a:solidFill>
                  <a:srgbClr val="103A30"/>
                </a:solidFill>
                <a:latin typeface="Arial"/>
                <a:ea typeface="Arial"/>
                <a:cs typeface="Arial"/>
              </a:defRPr>
            </a:lvl4pPr>
            <a:lvl5pPr>
              <a:defRPr sz="995" b="1">
                <a:solidFill>
                  <a:srgbClr val="103A30"/>
                </a:solidFill>
                <a:latin typeface="Arial"/>
                <a:ea typeface="Arial"/>
                <a:cs typeface="Arial"/>
              </a:defRPr>
            </a:lvl5pPr>
            <a:lvl6pPr>
              <a:defRPr sz="995" b="1">
                <a:solidFill>
                  <a:srgbClr val="103A30"/>
                </a:solidFill>
                <a:latin typeface="Arial"/>
                <a:ea typeface="Arial"/>
                <a:cs typeface="Arial"/>
              </a:defRPr>
            </a:lvl6pPr>
            <a:lvl7pPr>
              <a:defRPr sz="995" b="1">
                <a:solidFill>
                  <a:srgbClr val="103A30"/>
                </a:solidFill>
                <a:latin typeface="Arial"/>
                <a:ea typeface="Arial"/>
                <a:cs typeface="Arial"/>
              </a:defRPr>
            </a:lvl7pPr>
            <a:lvl8pPr>
              <a:defRPr sz="995" b="1">
                <a:solidFill>
                  <a:srgbClr val="103A30"/>
                </a:solidFill>
                <a:latin typeface="Arial"/>
                <a:ea typeface="Arial"/>
                <a:cs typeface="Arial"/>
              </a:defRPr>
            </a:lvl8pPr>
            <a:lvl9pPr>
              <a:defRPr sz="995" b="1">
                <a:solidFill>
                  <a:srgbClr val="103A30"/>
                </a:solidFill>
                <a:latin typeface="Arial"/>
                <a:ea typeface="Arial"/>
                <a:cs typeface="Arial"/>
              </a:defRPr>
            </a:lvl9pPr>
          </a:lstStyle>
          <a:p xmlns:a="http://schemas.openxmlformats.org/drawingml/2006/main">
            <a:pPr>
              <a:defRPr sz="995" b="1">
                <a:solidFill>
                  <a:srgbClr val="103A30"/>
                </a:solidFill>
                <a:latin typeface="Arial"/>
                <a:ea typeface="Arial"/>
                <a:cs typeface="Arial"/>
              </a:defRPr>
            </a:pPr>
            <a:r>
              <a:rPr sz="995" b="1">
                <a:solidFill>
                  <a:srgbClr val="103A30"/>
                </a:solidFill>
                <a:latin typeface="Arial"/>
                <a:ea typeface="Arial"/>
                <a:cs typeface="Arial"/>
              </a:rPr>
              <a:t>Мәзір</a:t>
            </a:r>
          </a:p>
        </p:txBody>
      </p:sp>
      <p:sp>
        <p:nvSpPr>
          <p:cNvPr id="17" name="">
            <a:extLst xmlns:a="http://schemas.openxmlformats.org/drawingml/2006/main">
              <a:ext uri="{FF2B5EF4-FFF2-40B4-BE49-F238E27FC236}">
                <a16:creationId xmlns:a16="http://schemas.microsoft.com/office/drawing/2014/main" id="{8AF30F04-9667-4140-AB26-3BEAB1D8E7FE}"/>
              </a:ext>
            </a:extLst>
          </p:cNvPr>
          <p:cNvSpPr>
            <a:spLocks xmlns:a="http://schemas.openxmlformats.org/drawingml/2006/main" noGrp="1"/>
          </p:cNvSpPr>
          <p:nvPr/>
        </p:nvSpPr>
        <p:spPr>
          <a:xfrm xmlns:a="http://schemas.openxmlformats.org/drawingml/2006/main">
            <a:off x="2521341" y="2063268"/>
            <a:ext cx="136501" cy="2275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4" b="0">
                <a:solidFill>
                  <a:srgbClr val="63776F"/>
                </a:solidFill>
                <a:latin typeface="Arial"/>
                <a:ea typeface="Arial"/>
                <a:cs typeface="Arial"/>
              </a:defRPr>
            </a:defPPr>
            <a:lvl1pPr>
              <a:defRPr sz="1274" b="0">
                <a:solidFill>
                  <a:srgbClr val="63776F"/>
                </a:solidFill>
                <a:latin typeface="Arial"/>
                <a:ea typeface="Arial"/>
                <a:cs typeface="Arial"/>
              </a:defRPr>
            </a:lvl1pPr>
            <a:lvl2pPr>
              <a:defRPr sz="1274" b="0">
                <a:solidFill>
                  <a:srgbClr val="63776F"/>
                </a:solidFill>
                <a:latin typeface="Arial"/>
                <a:ea typeface="Arial"/>
                <a:cs typeface="Arial"/>
              </a:defRPr>
            </a:lvl2pPr>
            <a:lvl3pPr>
              <a:defRPr sz="1274" b="0">
                <a:solidFill>
                  <a:srgbClr val="63776F"/>
                </a:solidFill>
                <a:latin typeface="Arial"/>
                <a:ea typeface="Arial"/>
                <a:cs typeface="Arial"/>
              </a:defRPr>
            </a:lvl3pPr>
            <a:lvl4pPr>
              <a:defRPr sz="1274" b="0">
                <a:solidFill>
                  <a:srgbClr val="63776F"/>
                </a:solidFill>
                <a:latin typeface="Arial"/>
                <a:ea typeface="Arial"/>
                <a:cs typeface="Arial"/>
              </a:defRPr>
            </a:lvl4pPr>
            <a:lvl5pPr>
              <a:defRPr sz="1274" b="0">
                <a:solidFill>
                  <a:srgbClr val="63776F"/>
                </a:solidFill>
                <a:latin typeface="Arial"/>
                <a:ea typeface="Arial"/>
                <a:cs typeface="Arial"/>
              </a:defRPr>
            </a:lvl5pPr>
            <a:lvl6pPr>
              <a:defRPr sz="1274" b="0">
                <a:solidFill>
                  <a:srgbClr val="63776F"/>
                </a:solidFill>
                <a:latin typeface="Arial"/>
                <a:ea typeface="Arial"/>
                <a:cs typeface="Arial"/>
              </a:defRPr>
            </a:lvl6pPr>
            <a:lvl7pPr>
              <a:defRPr sz="1274" b="0">
                <a:solidFill>
                  <a:srgbClr val="63776F"/>
                </a:solidFill>
                <a:latin typeface="Arial"/>
                <a:ea typeface="Arial"/>
                <a:cs typeface="Arial"/>
              </a:defRPr>
            </a:lvl7pPr>
            <a:lvl8pPr>
              <a:defRPr sz="1274" b="0">
                <a:solidFill>
                  <a:srgbClr val="63776F"/>
                </a:solidFill>
                <a:latin typeface="Arial"/>
                <a:ea typeface="Arial"/>
                <a:cs typeface="Arial"/>
              </a:defRPr>
            </a:lvl8pPr>
            <a:lvl9pPr>
              <a:defRPr sz="1274" b="0">
                <a:solidFill>
                  <a:srgbClr val="63776F"/>
                </a:solidFill>
                <a:latin typeface="Arial"/>
                <a:ea typeface="Arial"/>
                <a:cs typeface="Arial"/>
              </a:defRPr>
            </a:lvl9pPr>
          </a:lstStyle>
          <a:p xmlns:a="http://schemas.openxmlformats.org/drawingml/2006/main">
            <a:pPr>
              <a:defRPr sz="1274" b="0">
                <a:solidFill>
                  <a:srgbClr val="63776F"/>
                </a:solidFill>
                <a:latin typeface="Arial"/>
                <a:ea typeface="Arial"/>
                <a:cs typeface="Arial"/>
              </a:defRPr>
            </a:pPr>
            <a:r>
              <a:rPr sz="1274" b="0">
                <a:solidFill>
                  <a:srgbClr val="63776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CD2DA1A0-BC5D-404A-A102-5335AB56AD4C}"/>
              </a:ext>
            </a:extLst>
          </p:cNvPr>
          <p:cNvSpPr>
            <a:spLocks xmlns:a="http://schemas.openxmlformats.org/drawingml/2006/main" noGrp="1"/>
          </p:cNvSpPr>
          <p:nvPr/>
        </p:nvSpPr>
        <p:spPr>
          <a:xfrm xmlns:a="http://schemas.openxmlformats.org/drawingml/2006/main">
            <a:off x="762000" y="2376736"/>
            <a:ext cx="1971675" cy="10112"/>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8754A5B-E9C7-4F77-81CC-50F5CD05E681}"/>
              </a:ext>
            </a:extLst>
          </p:cNvPr>
          <p:cNvSpPr>
            <a:spLocks xmlns:a="http://schemas.openxmlformats.org/drawingml/2006/main" noGrp="1"/>
          </p:cNvSpPr>
          <p:nvPr/>
        </p:nvSpPr>
        <p:spPr>
          <a:xfrm xmlns:a="http://schemas.openxmlformats.org/drawingml/2006/main">
            <a:off x="873223" y="2619420"/>
            <a:ext cx="1718896" cy="333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73" b="1">
                <a:solidFill>
                  <a:srgbClr val="207A5B"/>
                </a:solidFill>
                <a:latin typeface="Arial"/>
                <a:ea typeface="Arial"/>
                <a:cs typeface="Arial"/>
              </a:defRPr>
            </a:defPPr>
            <a:lvl1pPr>
              <a:defRPr sz="1473" b="1">
                <a:solidFill>
                  <a:srgbClr val="207A5B"/>
                </a:solidFill>
                <a:latin typeface="Arial"/>
                <a:ea typeface="Arial"/>
                <a:cs typeface="Arial"/>
              </a:defRPr>
            </a:lvl1pPr>
            <a:lvl2pPr>
              <a:defRPr sz="1473" b="1">
                <a:solidFill>
                  <a:srgbClr val="207A5B"/>
                </a:solidFill>
                <a:latin typeface="Arial"/>
                <a:ea typeface="Arial"/>
                <a:cs typeface="Arial"/>
              </a:defRPr>
            </a:lvl2pPr>
            <a:lvl3pPr>
              <a:defRPr sz="1473" b="1">
                <a:solidFill>
                  <a:srgbClr val="207A5B"/>
                </a:solidFill>
                <a:latin typeface="Arial"/>
                <a:ea typeface="Arial"/>
                <a:cs typeface="Arial"/>
              </a:defRPr>
            </a:lvl3pPr>
            <a:lvl4pPr>
              <a:defRPr sz="1473" b="1">
                <a:solidFill>
                  <a:srgbClr val="207A5B"/>
                </a:solidFill>
                <a:latin typeface="Arial"/>
                <a:ea typeface="Arial"/>
                <a:cs typeface="Arial"/>
              </a:defRPr>
            </a:lvl4pPr>
            <a:lvl5pPr>
              <a:defRPr sz="1473" b="1">
                <a:solidFill>
                  <a:srgbClr val="207A5B"/>
                </a:solidFill>
                <a:latin typeface="Arial"/>
                <a:ea typeface="Arial"/>
                <a:cs typeface="Arial"/>
              </a:defRPr>
            </a:lvl5pPr>
            <a:lvl6pPr>
              <a:defRPr sz="1473" b="1">
                <a:solidFill>
                  <a:srgbClr val="207A5B"/>
                </a:solidFill>
                <a:latin typeface="Arial"/>
                <a:ea typeface="Arial"/>
                <a:cs typeface="Arial"/>
              </a:defRPr>
            </a:lvl6pPr>
            <a:lvl7pPr>
              <a:defRPr sz="1473" b="1">
                <a:solidFill>
                  <a:srgbClr val="207A5B"/>
                </a:solidFill>
                <a:latin typeface="Arial"/>
                <a:ea typeface="Arial"/>
                <a:cs typeface="Arial"/>
              </a:defRPr>
            </a:lvl7pPr>
            <a:lvl8pPr>
              <a:defRPr sz="1473" b="1">
                <a:solidFill>
                  <a:srgbClr val="207A5B"/>
                </a:solidFill>
                <a:latin typeface="Arial"/>
                <a:ea typeface="Arial"/>
                <a:cs typeface="Arial"/>
              </a:defRPr>
            </a:lvl8pPr>
            <a:lvl9pPr>
              <a:defRPr sz="1473" b="1">
                <a:solidFill>
                  <a:srgbClr val="207A5B"/>
                </a:solidFill>
                <a:latin typeface="Arial"/>
                <a:ea typeface="Arial"/>
                <a:cs typeface="Arial"/>
              </a:defRPr>
            </a:lvl9pPr>
          </a:lstStyle>
          <a:p xmlns:a="http://schemas.openxmlformats.org/drawingml/2006/main">
            <a:pPr>
              <a:defRPr sz="1473" b="1">
                <a:solidFill>
                  <a:srgbClr val="207A5B"/>
                </a:solidFill>
                <a:latin typeface="Arial"/>
                <a:ea typeface="Arial"/>
                <a:cs typeface="Arial"/>
              </a:defRPr>
            </a:pPr>
            <a:r>
              <a:rPr sz="1473" b="1">
                <a:solidFill>
                  <a:srgbClr val="207A5B"/>
                </a:solidFill>
                <a:latin typeface="Arial"/>
                <a:ea typeface="Arial"/>
                <a:cs typeface="Arial"/>
              </a:rPr>
              <a:t>JanaМен</a:t>
            </a:r>
          </a:p>
        </p:txBody>
      </p:sp>
      <p:sp>
        <p:nvSpPr>
          <p:cNvPr id="20" name="">
            <a:extLst xmlns:a="http://schemas.openxmlformats.org/drawingml/2006/main">
              <a:ext uri="{FF2B5EF4-FFF2-40B4-BE49-F238E27FC236}">
                <a16:creationId xmlns:a16="http://schemas.microsoft.com/office/drawing/2014/main" id="{40CC296C-30C5-4396-92C6-4858145F4873}"/>
              </a:ext>
            </a:extLst>
          </p:cNvPr>
          <p:cNvSpPr>
            <a:spLocks xmlns:a="http://schemas.openxmlformats.org/drawingml/2006/main" noGrp="1"/>
          </p:cNvSpPr>
          <p:nvPr/>
        </p:nvSpPr>
        <p:spPr>
          <a:xfrm xmlns:a="http://schemas.openxmlformats.org/drawingml/2006/main">
            <a:off x="923778" y="3236243"/>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0">
                <a:solidFill>
                  <a:srgbClr val="103A30"/>
                </a:solidFill>
                <a:latin typeface="Arial"/>
                <a:ea typeface="Arial"/>
                <a:cs typeface="Arial"/>
              </a:defRPr>
            </a:defPPr>
            <a:lvl1pPr>
              <a:defRPr sz="1075" b="0">
                <a:solidFill>
                  <a:srgbClr val="103A30"/>
                </a:solidFill>
                <a:latin typeface="Arial"/>
                <a:ea typeface="Arial"/>
                <a:cs typeface="Arial"/>
              </a:defRPr>
            </a:lvl1pPr>
            <a:lvl2pPr>
              <a:defRPr sz="1075" b="0">
                <a:solidFill>
                  <a:srgbClr val="103A30"/>
                </a:solidFill>
                <a:latin typeface="Arial"/>
                <a:ea typeface="Arial"/>
                <a:cs typeface="Arial"/>
              </a:defRPr>
            </a:lvl2pPr>
            <a:lvl3pPr>
              <a:defRPr sz="1075" b="0">
                <a:solidFill>
                  <a:srgbClr val="103A30"/>
                </a:solidFill>
                <a:latin typeface="Arial"/>
                <a:ea typeface="Arial"/>
                <a:cs typeface="Arial"/>
              </a:defRPr>
            </a:lvl3pPr>
            <a:lvl4pPr>
              <a:defRPr sz="1075" b="0">
                <a:solidFill>
                  <a:srgbClr val="103A30"/>
                </a:solidFill>
                <a:latin typeface="Arial"/>
                <a:ea typeface="Arial"/>
                <a:cs typeface="Arial"/>
              </a:defRPr>
            </a:lvl4pPr>
            <a:lvl5pPr>
              <a:defRPr sz="1075" b="0">
                <a:solidFill>
                  <a:srgbClr val="103A30"/>
                </a:solidFill>
                <a:latin typeface="Arial"/>
                <a:ea typeface="Arial"/>
                <a:cs typeface="Arial"/>
              </a:defRPr>
            </a:lvl5pPr>
            <a:lvl6pPr>
              <a:defRPr sz="1075" b="0">
                <a:solidFill>
                  <a:srgbClr val="103A30"/>
                </a:solidFill>
                <a:latin typeface="Arial"/>
                <a:ea typeface="Arial"/>
                <a:cs typeface="Arial"/>
              </a:defRPr>
            </a:lvl6pPr>
            <a:lvl7pPr>
              <a:defRPr sz="1075" b="0">
                <a:solidFill>
                  <a:srgbClr val="103A30"/>
                </a:solidFill>
                <a:latin typeface="Arial"/>
                <a:ea typeface="Arial"/>
                <a:cs typeface="Arial"/>
              </a:defRPr>
            </a:lvl7pPr>
            <a:lvl8pPr>
              <a:defRPr sz="1075" b="0">
                <a:solidFill>
                  <a:srgbClr val="103A30"/>
                </a:solidFill>
                <a:latin typeface="Arial"/>
                <a:ea typeface="Arial"/>
                <a:cs typeface="Arial"/>
              </a:defRPr>
            </a:lvl8pPr>
            <a:lvl9pPr>
              <a:defRPr sz="1075" b="0">
                <a:solidFill>
                  <a:srgbClr val="103A30"/>
                </a:solidFill>
                <a:latin typeface="Arial"/>
                <a:ea typeface="Arial"/>
                <a:cs typeface="Arial"/>
              </a:defRPr>
            </a:lvl9pPr>
          </a:lstStyle>
          <a:p xmlns:a="http://schemas.openxmlformats.org/drawingml/2006/main">
            <a:pPr>
              <a:defRPr sz="1075" b="0">
                <a:solidFill>
                  <a:srgbClr val="103A30"/>
                </a:solidFill>
                <a:latin typeface="Arial"/>
                <a:ea typeface="Arial"/>
                <a:cs typeface="Arial"/>
              </a:defRPr>
            </a:pPr>
            <a:r>
              <a:rPr sz="1075" b="0">
                <a:solidFill>
                  <a:srgbClr val="103A30"/>
                </a:solidFill>
                <a:latin typeface="Arial"/>
                <a:ea typeface="Arial"/>
                <a:cs typeface="Arial"/>
              </a:rPr>
              <a:t>Басты бет</a:t>
            </a:r>
          </a:p>
        </p:txBody>
      </p:sp>
      <p:sp>
        <p:nvSpPr>
          <p:cNvPr id="21" name="">
            <a:extLst xmlns:a="http://schemas.openxmlformats.org/drawingml/2006/main">
              <a:ext uri="{FF2B5EF4-FFF2-40B4-BE49-F238E27FC236}">
                <a16:creationId xmlns:a16="http://schemas.microsoft.com/office/drawing/2014/main" id="{4532E5E2-412F-4F9D-8573-F735D212F89C}"/>
              </a:ext>
            </a:extLst>
          </p:cNvPr>
          <p:cNvSpPr>
            <a:spLocks xmlns:a="http://schemas.openxmlformats.org/drawingml/2006/main" noGrp="1"/>
          </p:cNvSpPr>
          <p:nvPr/>
        </p:nvSpPr>
        <p:spPr>
          <a:xfrm xmlns:a="http://schemas.openxmlformats.org/drawingml/2006/main">
            <a:off x="853000" y="3544654"/>
            <a:ext cx="1789674" cy="323579"/>
          </a:xfrm>
          <a:prstGeom xmlns:a="http://schemas.openxmlformats.org/drawingml/2006/main" prst="roundRect">
            <a:avLst>
              <a:gd name="adj" fmla="val 17662"/>
            </a:avLst>
          </a:prstGeom>
          <a:solidFill xmlns:a="http://schemas.openxmlformats.org/drawingml/2006/main">
            <a:srgbClr val="E8F2E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B1A28A2-8E4A-4D71-93ED-4CDB3781C580}"/>
              </a:ext>
            </a:extLst>
          </p:cNvPr>
          <p:cNvSpPr>
            <a:spLocks xmlns:a="http://schemas.openxmlformats.org/drawingml/2006/main" noGrp="1"/>
          </p:cNvSpPr>
          <p:nvPr/>
        </p:nvSpPr>
        <p:spPr>
          <a:xfrm xmlns:a="http://schemas.openxmlformats.org/drawingml/2006/main">
            <a:off x="923778" y="3615437"/>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1">
                <a:solidFill>
                  <a:srgbClr val="207A5B"/>
                </a:solidFill>
                <a:latin typeface="Arial"/>
                <a:ea typeface="Arial"/>
                <a:cs typeface="Arial"/>
              </a:defRPr>
            </a:defPPr>
            <a:lvl1pPr>
              <a:defRPr sz="1075" b="1">
                <a:solidFill>
                  <a:srgbClr val="207A5B"/>
                </a:solidFill>
                <a:latin typeface="Arial"/>
                <a:ea typeface="Arial"/>
                <a:cs typeface="Arial"/>
              </a:defRPr>
            </a:lvl1pPr>
            <a:lvl2pPr>
              <a:defRPr sz="1075" b="1">
                <a:solidFill>
                  <a:srgbClr val="207A5B"/>
                </a:solidFill>
                <a:latin typeface="Arial"/>
                <a:ea typeface="Arial"/>
                <a:cs typeface="Arial"/>
              </a:defRPr>
            </a:lvl2pPr>
            <a:lvl3pPr>
              <a:defRPr sz="1075" b="1">
                <a:solidFill>
                  <a:srgbClr val="207A5B"/>
                </a:solidFill>
                <a:latin typeface="Arial"/>
                <a:ea typeface="Arial"/>
                <a:cs typeface="Arial"/>
              </a:defRPr>
            </a:lvl3pPr>
            <a:lvl4pPr>
              <a:defRPr sz="1075" b="1">
                <a:solidFill>
                  <a:srgbClr val="207A5B"/>
                </a:solidFill>
                <a:latin typeface="Arial"/>
                <a:ea typeface="Arial"/>
                <a:cs typeface="Arial"/>
              </a:defRPr>
            </a:lvl4pPr>
            <a:lvl5pPr>
              <a:defRPr sz="1075" b="1">
                <a:solidFill>
                  <a:srgbClr val="207A5B"/>
                </a:solidFill>
                <a:latin typeface="Arial"/>
                <a:ea typeface="Arial"/>
                <a:cs typeface="Arial"/>
              </a:defRPr>
            </a:lvl5pPr>
            <a:lvl6pPr>
              <a:defRPr sz="1075" b="1">
                <a:solidFill>
                  <a:srgbClr val="207A5B"/>
                </a:solidFill>
                <a:latin typeface="Arial"/>
                <a:ea typeface="Arial"/>
                <a:cs typeface="Arial"/>
              </a:defRPr>
            </a:lvl6pPr>
            <a:lvl7pPr>
              <a:defRPr sz="1075" b="1">
                <a:solidFill>
                  <a:srgbClr val="207A5B"/>
                </a:solidFill>
                <a:latin typeface="Arial"/>
                <a:ea typeface="Arial"/>
                <a:cs typeface="Arial"/>
              </a:defRPr>
            </a:lvl7pPr>
            <a:lvl8pPr>
              <a:defRPr sz="1075" b="1">
                <a:solidFill>
                  <a:srgbClr val="207A5B"/>
                </a:solidFill>
                <a:latin typeface="Arial"/>
                <a:ea typeface="Arial"/>
                <a:cs typeface="Arial"/>
              </a:defRPr>
            </a:lvl8pPr>
            <a:lvl9pPr>
              <a:defRPr sz="1075" b="1">
                <a:solidFill>
                  <a:srgbClr val="207A5B"/>
                </a:solidFill>
                <a:latin typeface="Arial"/>
                <a:ea typeface="Arial"/>
                <a:cs typeface="Arial"/>
              </a:defRPr>
            </a:lvl9pPr>
          </a:lstStyle>
          <a:p xmlns:a="http://schemas.openxmlformats.org/drawingml/2006/main">
            <a:pPr>
              <a:defRPr sz="1075" b="1">
                <a:solidFill>
                  <a:srgbClr val="207A5B"/>
                </a:solidFill>
                <a:latin typeface="Arial"/>
                <a:ea typeface="Arial"/>
                <a:cs typeface="Arial"/>
              </a:defRPr>
            </a:pPr>
            <a:r>
              <a:rPr sz="1075" b="1">
                <a:solidFill>
                  <a:srgbClr val="207A5B"/>
                </a:solidFill>
                <a:latin typeface="Arial"/>
                <a:ea typeface="Arial"/>
                <a:cs typeface="Arial"/>
              </a:rPr>
              <a:t>Менің өтінімдерім</a:t>
            </a:r>
          </a:p>
        </p:txBody>
      </p:sp>
      <p:sp>
        <p:nvSpPr>
          <p:cNvPr id="23" name="">
            <a:extLst xmlns:a="http://schemas.openxmlformats.org/drawingml/2006/main">
              <a:ext uri="{FF2B5EF4-FFF2-40B4-BE49-F238E27FC236}">
                <a16:creationId xmlns:a16="http://schemas.microsoft.com/office/drawing/2014/main" id="{38B27CA3-D833-4371-8B90-C6D49FE17D8F}"/>
              </a:ext>
            </a:extLst>
          </p:cNvPr>
          <p:cNvSpPr>
            <a:spLocks xmlns:a="http://schemas.openxmlformats.org/drawingml/2006/main" noGrp="1"/>
          </p:cNvSpPr>
          <p:nvPr/>
        </p:nvSpPr>
        <p:spPr>
          <a:xfrm xmlns:a="http://schemas.openxmlformats.org/drawingml/2006/main">
            <a:off x="923778" y="3994632"/>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0">
                <a:solidFill>
                  <a:srgbClr val="103A30"/>
                </a:solidFill>
                <a:latin typeface="Arial"/>
                <a:ea typeface="Arial"/>
                <a:cs typeface="Arial"/>
              </a:defRPr>
            </a:defPPr>
            <a:lvl1pPr>
              <a:defRPr sz="1075" b="0">
                <a:solidFill>
                  <a:srgbClr val="103A30"/>
                </a:solidFill>
                <a:latin typeface="Arial"/>
                <a:ea typeface="Arial"/>
                <a:cs typeface="Arial"/>
              </a:defRPr>
            </a:lvl1pPr>
            <a:lvl2pPr>
              <a:defRPr sz="1075" b="0">
                <a:solidFill>
                  <a:srgbClr val="103A30"/>
                </a:solidFill>
                <a:latin typeface="Arial"/>
                <a:ea typeface="Arial"/>
                <a:cs typeface="Arial"/>
              </a:defRPr>
            </a:lvl2pPr>
            <a:lvl3pPr>
              <a:defRPr sz="1075" b="0">
                <a:solidFill>
                  <a:srgbClr val="103A30"/>
                </a:solidFill>
                <a:latin typeface="Arial"/>
                <a:ea typeface="Arial"/>
                <a:cs typeface="Arial"/>
              </a:defRPr>
            </a:lvl3pPr>
            <a:lvl4pPr>
              <a:defRPr sz="1075" b="0">
                <a:solidFill>
                  <a:srgbClr val="103A30"/>
                </a:solidFill>
                <a:latin typeface="Arial"/>
                <a:ea typeface="Arial"/>
                <a:cs typeface="Arial"/>
              </a:defRPr>
            </a:lvl4pPr>
            <a:lvl5pPr>
              <a:defRPr sz="1075" b="0">
                <a:solidFill>
                  <a:srgbClr val="103A30"/>
                </a:solidFill>
                <a:latin typeface="Arial"/>
                <a:ea typeface="Arial"/>
                <a:cs typeface="Arial"/>
              </a:defRPr>
            </a:lvl5pPr>
            <a:lvl6pPr>
              <a:defRPr sz="1075" b="0">
                <a:solidFill>
                  <a:srgbClr val="103A30"/>
                </a:solidFill>
                <a:latin typeface="Arial"/>
                <a:ea typeface="Arial"/>
                <a:cs typeface="Arial"/>
              </a:defRPr>
            </a:lvl6pPr>
            <a:lvl7pPr>
              <a:defRPr sz="1075" b="0">
                <a:solidFill>
                  <a:srgbClr val="103A30"/>
                </a:solidFill>
                <a:latin typeface="Arial"/>
                <a:ea typeface="Arial"/>
                <a:cs typeface="Arial"/>
              </a:defRPr>
            </a:lvl7pPr>
            <a:lvl8pPr>
              <a:defRPr sz="1075" b="0">
                <a:solidFill>
                  <a:srgbClr val="103A30"/>
                </a:solidFill>
                <a:latin typeface="Arial"/>
                <a:ea typeface="Arial"/>
                <a:cs typeface="Arial"/>
              </a:defRPr>
            </a:lvl8pPr>
            <a:lvl9pPr>
              <a:defRPr sz="1075" b="0">
                <a:solidFill>
                  <a:srgbClr val="103A30"/>
                </a:solidFill>
                <a:latin typeface="Arial"/>
                <a:ea typeface="Arial"/>
                <a:cs typeface="Arial"/>
              </a:defRPr>
            </a:lvl9pPr>
          </a:lstStyle>
          <a:p xmlns:a="http://schemas.openxmlformats.org/drawingml/2006/main">
            <a:pPr>
              <a:defRPr sz="1075" b="0">
                <a:solidFill>
                  <a:srgbClr val="103A30"/>
                </a:solidFill>
                <a:latin typeface="Arial"/>
                <a:ea typeface="Arial"/>
                <a:cs typeface="Arial"/>
              </a:defRPr>
            </a:pPr>
            <a:r>
              <a:rPr sz="1075" b="0">
                <a:solidFill>
                  <a:srgbClr val="103A30"/>
                </a:solidFill>
                <a:latin typeface="Arial"/>
                <a:ea typeface="Arial"/>
                <a:cs typeface="Arial"/>
              </a:rPr>
              <a:t>Jana Academy</a:t>
            </a:r>
          </a:p>
        </p:txBody>
      </p:sp>
      <p:sp>
        <p:nvSpPr>
          <p:cNvPr id="24" name="">
            <a:extLst xmlns:a="http://schemas.openxmlformats.org/drawingml/2006/main">
              <a:ext uri="{FF2B5EF4-FFF2-40B4-BE49-F238E27FC236}">
                <a16:creationId xmlns:a16="http://schemas.microsoft.com/office/drawing/2014/main" id="{7B718CD6-79CA-46AA-B21B-C061353F83FD}"/>
              </a:ext>
            </a:extLst>
          </p:cNvPr>
          <p:cNvSpPr>
            <a:spLocks xmlns:a="http://schemas.openxmlformats.org/drawingml/2006/main" noGrp="1"/>
          </p:cNvSpPr>
          <p:nvPr/>
        </p:nvSpPr>
        <p:spPr>
          <a:xfrm xmlns:a="http://schemas.openxmlformats.org/drawingml/2006/main">
            <a:off x="923778" y="4373826"/>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0">
                <a:solidFill>
                  <a:srgbClr val="103A30"/>
                </a:solidFill>
                <a:latin typeface="Arial"/>
                <a:ea typeface="Arial"/>
                <a:cs typeface="Arial"/>
              </a:defRPr>
            </a:defPPr>
            <a:lvl1pPr>
              <a:defRPr sz="1075" b="0">
                <a:solidFill>
                  <a:srgbClr val="103A30"/>
                </a:solidFill>
                <a:latin typeface="Arial"/>
                <a:ea typeface="Arial"/>
                <a:cs typeface="Arial"/>
              </a:defRPr>
            </a:lvl1pPr>
            <a:lvl2pPr>
              <a:defRPr sz="1075" b="0">
                <a:solidFill>
                  <a:srgbClr val="103A30"/>
                </a:solidFill>
                <a:latin typeface="Arial"/>
                <a:ea typeface="Arial"/>
                <a:cs typeface="Arial"/>
              </a:defRPr>
            </a:lvl2pPr>
            <a:lvl3pPr>
              <a:defRPr sz="1075" b="0">
                <a:solidFill>
                  <a:srgbClr val="103A30"/>
                </a:solidFill>
                <a:latin typeface="Arial"/>
                <a:ea typeface="Arial"/>
                <a:cs typeface="Arial"/>
              </a:defRPr>
            </a:lvl3pPr>
            <a:lvl4pPr>
              <a:defRPr sz="1075" b="0">
                <a:solidFill>
                  <a:srgbClr val="103A30"/>
                </a:solidFill>
                <a:latin typeface="Arial"/>
                <a:ea typeface="Arial"/>
                <a:cs typeface="Arial"/>
              </a:defRPr>
            </a:lvl4pPr>
            <a:lvl5pPr>
              <a:defRPr sz="1075" b="0">
                <a:solidFill>
                  <a:srgbClr val="103A30"/>
                </a:solidFill>
                <a:latin typeface="Arial"/>
                <a:ea typeface="Arial"/>
                <a:cs typeface="Arial"/>
              </a:defRPr>
            </a:lvl5pPr>
            <a:lvl6pPr>
              <a:defRPr sz="1075" b="0">
                <a:solidFill>
                  <a:srgbClr val="103A30"/>
                </a:solidFill>
                <a:latin typeface="Arial"/>
                <a:ea typeface="Arial"/>
                <a:cs typeface="Arial"/>
              </a:defRPr>
            </a:lvl6pPr>
            <a:lvl7pPr>
              <a:defRPr sz="1075" b="0">
                <a:solidFill>
                  <a:srgbClr val="103A30"/>
                </a:solidFill>
                <a:latin typeface="Arial"/>
                <a:ea typeface="Arial"/>
                <a:cs typeface="Arial"/>
              </a:defRPr>
            </a:lvl7pPr>
            <a:lvl8pPr>
              <a:defRPr sz="1075" b="0">
                <a:solidFill>
                  <a:srgbClr val="103A30"/>
                </a:solidFill>
                <a:latin typeface="Arial"/>
                <a:ea typeface="Arial"/>
                <a:cs typeface="Arial"/>
              </a:defRPr>
            </a:lvl8pPr>
            <a:lvl9pPr>
              <a:defRPr sz="1075" b="0">
                <a:solidFill>
                  <a:srgbClr val="103A30"/>
                </a:solidFill>
                <a:latin typeface="Arial"/>
                <a:ea typeface="Arial"/>
                <a:cs typeface="Arial"/>
              </a:defRPr>
            </a:lvl9pPr>
          </a:lstStyle>
          <a:p xmlns:a="http://schemas.openxmlformats.org/drawingml/2006/main">
            <a:pPr>
              <a:defRPr sz="1075" b="0">
                <a:solidFill>
                  <a:srgbClr val="103A30"/>
                </a:solidFill>
                <a:latin typeface="Arial"/>
                <a:ea typeface="Arial"/>
                <a:cs typeface="Arial"/>
              </a:defRPr>
            </a:pPr>
            <a:r>
              <a:rPr sz="1075" b="0">
                <a:solidFill>
                  <a:srgbClr val="103A30"/>
                </a:solidFill>
                <a:latin typeface="Arial"/>
                <a:ea typeface="Arial"/>
                <a:cs typeface="Arial"/>
              </a:rPr>
              <a:t>Менің профилім</a:t>
            </a:r>
          </a:p>
        </p:txBody>
      </p:sp>
      <p:sp>
        <p:nvSpPr>
          <p:cNvPr id="25" name="">
            <a:extLst xmlns:a="http://schemas.openxmlformats.org/drawingml/2006/main">
              <a:ext uri="{FF2B5EF4-FFF2-40B4-BE49-F238E27FC236}">
                <a16:creationId xmlns:a16="http://schemas.microsoft.com/office/drawing/2014/main" id="{83047C79-6796-4613-BCB8-43A185E0116E}"/>
              </a:ext>
            </a:extLst>
          </p:cNvPr>
          <p:cNvSpPr>
            <a:spLocks xmlns:a="http://schemas.openxmlformats.org/drawingml/2006/main" noGrp="1"/>
          </p:cNvSpPr>
          <p:nvPr/>
        </p:nvSpPr>
        <p:spPr>
          <a:xfrm xmlns:a="http://schemas.openxmlformats.org/drawingml/2006/main">
            <a:off x="923778" y="4753020"/>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0">
                <a:solidFill>
                  <a:srgbClr val="103A30"/>
                </a:solidFill>
                <a:latin typeface="Arial"/>
                <a:ea typeface="Arial"/>
                <a:cs typeface="Arial"/>
              </a:defRPr>
            </a:defPPr>
            <a:lvl1pPr>
              <a:defRPr sz="1075" b="0">
                <a:solidFill>
                  <a:srgbClr val="103A30"/>
                </a:solidFill>
                <a:latin typeface="Arial"/>
                <a:ea typeface="Arial"/>
                <a:cs typeface="Arial"/>
              </a:defRPr>
            </a:lvl1pPr>
            <a:lvl2pPr>
              <a:defRPr sz="1075" b="0">
                <a:solidFill>
                  <a:srgbClr val="103A30"/>
                </a:solidFill>
                <a:latin typeface="Arial"/>
                <a:ea typeface="Arial"/>
                <a:cs typeface="Arial"/>
              </a:defRPr>
            </a:lvl2pPr>
            <a:lvl3pPr>
              <a:defRPr sz="1075" b="0">
                <a:solidFill>
                  <a:srgbClr val="103A30"/>
                </a:solidFill>
                <a:latin typeface="Arial"/>
                <a:ea typeface="Arial"/>
                <a:cs typeface="Arial"/>
              </a:defRPr>
            </a:lvl3pPr>
            <a:lvl4pPr>
              <a:defRPr sz="1075" b="0">
                <a:solidFill>
                  <a:srgbClr val="103A30"/>
                </a:solidFill>
                <a:latin typeface="Arial"/>
                <a:ea typeface="Arial"/>
                <a:cs typeface="Arial"/>
              </a:defRPr>
            </a:lvl4pPr>
            <a:lvl5pPr>
              <a:defRPr sz="1075" b="0">
                <a:solidFill>
                  <a:srgbClr val="103A30"/>
                </a:solidFill>
                <a:latin typeface="Arial"/>
                <a:ea typeface="Arial"/>
                <a:cs typeface="Arial"/>
              </a:defRPr>
            </a:lvl5pPr>
            <a:lvl6pPr>
              <a:defRPr sz="1075" b="0">
                <a:solidFill>
                  <a:srgbClr val="103A30"/>
                </a:solidFill>
                <a:latin typeface="Arial"/>
                <a:ea typeface="Arial"/>
                <a:cs typeface="Arial"/>
              </a:defRPr>
            </a:lvl6pPr>
            <a:lvl7pPr>
              <a:defRPr sz="1075" b="0">
                <a:solidFill>
                  <a:srgbClr val="103A30"/>
                </a:solidFill>
                <a:latin typeface="Arial"/>
                <a:ea typeface="Arial"/>
                <a:cs typeface="Arial"/>
              </a:defRPr>
            </a:lvl7pPr>
            <a:lvl8pPr>
              <a:defRPr sz="1075" b="0">
                <a:solidFill>
                  <a:srgbClr val="103A30"/>
                </a:solidFill>
                <a:latin typeface="Arial"/>
                <a:ea typeface="Arial"/>
                <a:cs typeface="Arial"/>
              </a:defRPr>
            </a:lvl8pPr>
            <a:lvl9pPr>
              <a:defRPr sz="1075" b="0">
                <a:solidFill>
                  <a:srgbClr val="103A30"/>
                </a:solidFill>
                <a:latin typeface="Arial"/>
                <a:ea typeface="Arial"/>
                <a:cs typeface="Arial"/>
              </a:defRPr>
            </a:lvl9pPr>
          </a:lstStyle>
          <a:p xmlns:a="http://schemas.openxmlformats.org/drawingml/2006/main">
            <a:pPr>
              <a:defRPr sz="1075" b="0">
                <a:solidFill>
                  <a:srgbClr val="103A30"/>
                </a:solidFill>
                <a:latin typeface="Arial"/>
                <a:ea typeface="Arial"/>
                <a:cs typeface="Arial"/>
              </a:defRPr>
            </a:pPr>
            <a:r>
              <a:rPr sz="1075" b="0">
                <a:solidFill>
                  <a:srgbClr val="103A30"/>
                </a:solidFill>
                <a:latin typeface="Arial"/>
                <a:ea typeface="Arial"/>
                <a:cs typeface="Arial"/>
              </a:rPr>
              <a:t>Хабарламалар</a:t>
            </a:r>
          </a:p>
        </p:txBody>
      </p:sp>
      <p:sp>
        <p:nvSpPr>
          <p:cNvPr id="26" name="">
            <a:extLst xmlns:a="http://schemas.openxmlformats.org/drawingml/2006/main">
              <a:ext uri="{FF2B5EF4-FFF2-40B4-BE49-F238E27FC236}">
                <a16:creationId xmlns:a16="http://schemas.microsoft.com/office/drawing/2014/main" id="{514FD434-3AA3-4180-9FF1-C66F42F69B08}"/>
              </a:ext>
            </a:extLst>
          </p:cNvPr>
          <p:cNvSpPr>
            <a:spLocks xmlns:a="http://schemas.openxmlformats.org/drawingml/2006/main" noGrp="1"/>
          </p:cNvSpPr>
          <p:nvPr/>
        </p:nvSpPr>
        <p:spPr>
          <a:xfrm xmlns:a="http://schemas.openxmlformats.org/drawingml/2006/main">
            <a:off x="873223" y="5324340"/>
            <a:ext cx="1749230" cy="707829"/>
          </a:xfrm>
          <a:prstGeom xmlns:a="http://schemas.openxmlformats.org/drawingml/2006/main" prst="roundRect">
            <a:avLst>
              <a:gd name="adj" fmla="val 8074"/>
            </a:avLst>
          </a:prstGeom>
          <a:solidFill xmlns:a="http://schemas.openxmlformats.org/drawingml/2006/main">
            <a:srgbClr val="E8F2E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4F713A5-D315-4610-80D2-6DF05B0AF37F}"/>
              </a:ext>
            </a:extLst>
          </p:cNvPr>
          <p:cNvSpPr>
            <a:spLocks xmlns:a="http://schemas.openxmlformats.org/drawingml/2006/main" noGrp="1"/>
          </p:cNvSpPr>
          <p:nvPr/>
        </p:nvSpPr>
        <p:spPr>
          <a:xfrm xmlns:a="http://schemas.openxmlformats.org/drawingml/2006/main">
            <a:off x="954112" y="5430514"/>
            <a:ext cx="1567229" cy="318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103A30"/>
                </a:solidFill>
                <a:latin typeface="Arial"/>
                <a:ea typeface="Arial"/>
                <a:cs typeface="Arial"/>
              </a:defRPr>
            </a:defPPr>
            <a:lvl1pPr>
              <a:defRPr sz="995" b="1">
                <a:solidFill>
                  <a:srgbClr val="103A30"/>
                </a:solidFill>
                <a:latin typeface="Arial"/>
                <a:ea typeface="Arial"/>
                <a:cs typeface="Arial"/>
              </a:defRPr>
            </a:lvl1pPr>
            <a:lvl2pPr>
              <a:defRPr sz="995" b="1">
                <a:solidFill>
                  <a:srgbClr val="103A30"/>
                </a:solidFill>
                <a:latin typeface="Arial"/>
                <a:ea typeface="Arial"/>
                <a:cs typeface="Arial"/>
              </a:defRPr>
            </a:lvl2pPr>
            <a:lvl3pPr>
              <a:defRPr sz="995" b="1">
                <a:solidFill>
                  <a:srgbClr val="103A30"/>
                </a:solidFill>
                <a:latin typeface="Arial"/>
                <a:ea typeface="Arial"/>
                <a:cs typeface="Arial"/>
              </a:defRPr>
            </a:lvl3pPr>
            <a:lvl4pPr>
              <a:defRPr sz="995" b="1">
                <a:solidFill>
                  <a:srgbClr val="103A30"/>
                </a:solidFill>
                <a:latin typeface="Arial"/>
                <a:ea typeface="Arial"/>
                <a:cs typeface="Arial"/>
              </a:defRPr>
            </a:lvl4pPr>
            <a:lvl5pPr>
              <a:defRPr sz="995" b="1">
                <a:solidFill>
                  <a:srgbClr val="103A30"/>
                </a:solidFill>
                <a:latin typeface="Arial"/>
                <a:ea typeface="Arial"/>
                <a:cs typeface="Arial"/>
              </a:defRPr>
            </a:lvl5pPr>
            <a:lvl6pPr>
              <a:defRPr sz="995" b="1">
                <a:solidFill>
                  <a:srgbClr val="103A30"/>
                </a:solidFill>
                <a:latin typeface="Arial"/>
                <a:ea typeface="Arial"/>
                <a:cs typeface="Arial"/>
              </a:defRPr>
            </a:lvl6pPr>
            <a:lvl7pPr>
              <a:defRPr sz="995" b="1">
                <a:solidFill>
                  <a:srgbClr val="103A30"/>
                </a:solidFill>
                <a:latin typeface="Arial"/>
                <a:ea typeface="Arial"/>
                <a:cs typeface="Arial"/>
              </a:defRPr>
            </a:lvl7pPr>
            <a:lvl8pPr>
              <a:defRPr sz="995" b="1">
                <a:solidFill>
                  <a:srgbClr val="103A30"/>
                </a:solidFill>
                <a:latin typeface="Arial"/>
                <a:ea typeface="Arial"/>
                <a:cs typeface="Arial"/>
              </a:defRPr>
            </a:lvl8pPr>
            <a:lvl9pPr>
              <a:defRPr sz="995" b="1">
                <a:solidFill>
                  <a:srgbClr val="103A30"/>
                </a:solidFill>
                <a:latin typeface="Arial"/>
                <a:ea typeface="Arial"/>
                <a:cs typeface="Arial"/>
              </a:defRPr>
            </a:lvl9pPr>
          </a:lstStyle>
          <a:p xmlns:a="http://schemas.openxmlformats.org/drawingml/2006/main">
            <a:pPr>
              <a:defRPr sz="995" b="1">
                <a:solidFill>
                  <a:srgbClr val="103A30"/>
                </a:solidFill>
                <a:latin typeface="Arial"/>
                <a:ea typeface="Arial"/>
                <a:cs typeface="Arial"/>
              </a:defRPr>
            </a:pPr>
            <a:r>
              <a:rPr sz="995" b="1">
                <a:solidFill>
                  <a:srgbClr val="103A30"/>
                </a:solidFill>
                <a:latin typeface="Arial"/>
                <a:ea typeface="Arial"/>
                <a:cs typeface="Arial"/>
              </a:rPr>
              <a:t>HR әрдайым жаныңызда</a:t>
            </a:r>
          </a:p>
        </p:txBody>
      </p:sp>
      <p:sp>
        <p:nvSpPr>
          <p:cNvPr id="28" name="">
            <a:extLst xmlns:a="http://schemas.openxmlformats.org/drawingml/2006/main">
              <a:ext uri="{FF2B5EF4-FFF2-40B4-BE49-F238E27FC236}">
                <a16:creationId xmlns:a16="http://schemas.microsoft.com/office/drawing/2014/main" id="{B9EC6AD9-0BAB-4390-BC5F-12E1AB0E62DA}"/>
              </a:ext>
            </a:extLst>
          </p:cNvPr>
          <p:cNvSpPr>
            <a:spLocks xmlns:a="http://schemas.openxmlformats.org/drawingml/2006/main" noGrp="1"/>
          </p:cNvSpPr>
          <p:nvPr/>
        </p:nvSpPr>
        <p:spPr>
          <a:xfrm xmlns:a="http://schemas.openxmlformats.org/drawingml/2006/main">
            <a:off x="954112" y="5764205"/>
            <a:ext cx="1567229" cy="2123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207A5B"/>
                </a:solidFill>
                <a:latin typeface="Arial"/>
                <a:ea typeface="Arial"/>
                <a:cs typeface="Arial"/>
              </a:defRPr>
            </a:defPPr>
            <a:lvl1pPr>
              <a:defRPr sz="995" b="1">
                <a:solidFill>
                  <a:srgbClr val="207A5B"/>
                </a:solidFill>
                <a:latin typeface="Arial"/>
                <a:ea typeface="Arial"/>
                <a:cs typeface="Arial"/>
              </a:defRPr>
            </a:lvl1pPr>
            <a:lvl2pPr>
              <a:defRPr sz="995" b="1">
                <a:solidFill>
                  <a:srgbClr val="207A5B"/>
                </a:solidFill>
                <a:latin typeface="Arial"/>
                <a:ea typeface="Arial"/>
                <a:cs typeface="Arial"/>
              </a:defRPr>
            </a:lvl2pPr>
            <a:lvl3pPr>
              <a:defRPr sz="995" b="1">
                <a:solidFill>
                  <a:srgbClr val="207A5B"/>
                </a:solidFill>
                <a:latin typeface="Arial"/>
                <a:ea typeface="Arial"/>
                <a:cs typeface="Arial"/>
              </a:defRPr>
            </a:lvl3pPr>
            <a:lvl4pPr>
              <a:defRPr sz="995" b="1">
                <a:solidFill>
                  <a:srgbClr val="207A5B"/>
                </a:solidFill>
                <a:latin typeface="Arial"/>
                <a:ea typeface="Arial"/>
                <a:cs typeface="Arial"/>
              </a:defRPr>
            </a:lvl4pPr>
            <a:lvl5pPr>
              <a:defRPr sz="995" b="1">
                <a:solidFill>
                  <a:srgbClr val="207A5B"/>
                </a:solidFill>
                <a:latin typeface="Arial"/>
                <a:ea typeface="Arial"/>
                <a:cs typeface="Arial"/>
              </a:defRPr>
            </a:lvl5pPr>
            <a:lvl6pPr>
              <a:defRPr sz="995" b="1">
                <a:solidFill>
                  <a:srgbClr val="207A5B"/>
                </a:solidFill>
                <a:latin typeface="Arial"/>
                <a:ea typeface="Arial"/>
                <a:cs typeface="Arial"/>
              </a:defRPr>
            </a:lvl6pPr>
            <a:lvl7pPr>
              <a:defRPr sz="995" b="1">
                <a:solidFill>
                  <a:srgbClr val="207A5B"/>
                </a:solidFill>
                <a:latin typeface="Arial"/>
                <a:ea typeface="Arial"/>
                <a:cs typeface="Arial"/>
              </a:defRPr>
            </a:lvl7pPr>
            <a:lvl8pPr>
              <a:defRPr sz="995" b="1">
                <a:solidFill>
                  <a:srgbClr val="207A5B"/>
                </a:solidFill>
                <a:latin typeface="Arial"/>
                <a:ea typeface="Arial"/>
                <a:cs typeface="Arial"/>
              </a:defRPr>
            </a:lvl8pPr>
            <a:lvl9pPr>
              <a:defRPr sz="995" b="1">
                <a:solidFill>
                  <a:srgbClr val="207A5B"/>
                </a:solidFill>
                <a:latin typeface="Arial"/>
                <a:ea typeface="Arial"/>
                <a:cs typeface="Arial"/>
              </a:defRPr>
            </a:lvl9pPr>
          </a:lstStyle>
          <a:p xmlns:a="http://schemas.openxmlformats.org/drawingml/2006/main">
            <a:pPr>
              <a:defRPr sz="995" b="1">
                <a:solidFill>
                  <a:srgbClr val="207A5B"/>
                </a:solidFill>
                <a:latin typeface="Arial"/>
                <a:ea typeface="Arial"/>
                <a:cs typeface="Arial"/>
              </a:defRPr>
            </a:pPr>
            <a:r>
              <a:rPr sz="995" b="1">
                <a:solidFill>
                  <a:srgbClr val="207A5B"/>
                </a:solidFill>
                <a:latin typeface="Arial"/>
                <a:ea typeface="Arial"/>
                <a:cs typeface="Arial"/>
              </a:rPr>
              <a:t>AI Jana-дан сұрау</a:t>
            </a:r>
          </a:p>
        </p:txBody>
      </p:sp>
      <p:sp>
        <p:nvSpPr>
          <p:cNvPr id="29" name="">
            <a:extLst xmlns:a="http://schemas.openxmlformats.org/drawingml/2006/main">
              <a:ext uri="{FF2B5EF4-FFF2-40B4-BE49-F238E27FC236}">
                <a16:creationId xmlns:a16="http://schemas.microsoft.com/office/drawing/2014/main" id="{D5436CFC-8768-40CE-B594-1D1A2901F72A}"/>
              </a:ext>
            </a:extLst>
          </p:cNvPr>
          <p:cNvSpPr>
            <a:spLocks xmlns:a="http://schemas.openxmlformats.org/drawingml/2006/main" noGrp="1"/>
          </p:cNvSpPr>
          <p:nvPr/>
        </p:nvSpPr>
        <p:spPr>
          <a:xfrm xmlns:a="http://schemas.openxmlformats.org/drawingml/2006/main">
            <a:off x="3429000" y="1962150"/>
            <a:ext cx="1971675" cy="4267200"/>
          </a:xfrm>
          <a:prstGeom xmlns:a="http://schemas.openxmlformats.org/drawingml/2006/main" prst="roundRect">
            <a:avLst>
              <a:gd name="adj" fmla="val 3865"/>
            </a:avLst>
          </a:prstGeom>
          <a:solidFill xmlns:a="http://schemas.openxmlformats.org/drawingml/2006/main">
            <a:srgbClr val="FFFF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F6BD44A-BBEE-4941-9492-3AA8A57C2263}"/>
              </a:ext>
            </a:extLst>
          </p:cNvPr>
          <p:cNvSpPr>
            <a:spLocks xmlns:a="http://schemas.openxmlformats.org/drawingml/2006/main" noGrp="1"/>
          </p:cNvSpPr>
          <p:nvPr/>
        </p:nvSpPr>
        <p:spPr>
          <a:xfrm xmlns:a="http://schemas.openxmlformats.org/drawingml/2006/main">
            <a:off x="3540223" y="2083492"/>
            <a:ext cx="1567229" cy="232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103A30"/>
                </a:solidFill>
                <a:latin typeface="Arial"/>
                <a:ea typeface="Arial"/>
                <a:cs typeface="Arial"/>
              </a:defRPr>
            </a:defPPr>
            <a:lvl1pPr>
              <a:defRPr sz="995" b="1">
                <a:solidFill>
                  <a:srgbClr val="103A30"/>
                </a:solidFill>
                <a:latin typeface="Arial"/>
                <a:ea typeface="Arial"/>
                <a:cs typeface="Arial"/>
              </a:defRPr>
            </a:lvl1pPr>
            <a:lvl2pPr>
              <a:defRPr sz="995" b="1">
                <a:solidFill>
                  <a:srgbClr val="103A30"/>
                </a:solidFill>
                <a:latin typeface="Arial"/>
                <a:ea typeface="Arial"/>
                <a:cs typeface="Arial"/>
              </a:defRPr>
            </a:lvl2pPr>
            <a:lvl3pPr>
              <a:defRPr sz="995" b="1">
                <a:solidFill>
                  <a:srgbClr val="103A30"/>
                </a:solidFill>
                <a:latin typeface="Arial"/>
                <a:ea typeface="Arial"/>
                <a:cs typeface="Arial"/>
              </a:defRPr>
            </a:lvl3pPr>
            <a:lvl4pPr>
              <a:defRPr sz="995" b="1">
                <a:solidFill>
                  <a:srgbClr val="103A30"/>
                </a:solidFill>
                <a:latin typeface="Arial"/>
                <a:ea typeface="Arial"/>
                <a:cs typeface="Arial"/>
              </a:defRPr>
            </a:lvl4pPr>
            <a:lvl5pPr>
              <a:defRPr sz="995" b="1">
                <a:solidFill>
                  <a:srgbClr val="103A30"/>
                </a:solidFill>
                <a:latin typeface="Arial"/>
                <a:ea typeface="Arial"/>
                <a:cs typeface="Arial"/>
              </a:defRPr>
            </a:lvl5pPr>
            <a:lvl6pPr>
              <a:defRPr sz="995" b="1">
                <a:solidFill>
                  <a:srgbClr val="103A30"/>
                </a:solidFill>
                <a:latin typeface="Arial"/>
                <a:ea typeface="Arial"/>
                <a:cs typeface="Arial"/>
              </a:defRPr>
            </a:lvl6pPr>
            <a:lvl7pPr>
              <a:defRPr sz="995" b="1">
                <a:solidFill>
                  <a:srgbClr val="103A30"/>
                </a:solidFill>
                <a:latin typeface="Arial"/>
                <a:ea typeface="Arial"/>
                <a:cs typeface="Arial"/>
              </a:defRPr>
            </a:lvl7pPr>
            <a:lvl8pPr>
              <a:defRPr sz="995" b="1">
                <a:solidFill>
                  <a:srgbClr val="103A30"/>
                </a:solidFill>
                <a:latin typeface="Arial"/>
                <a:ea typeface="Arial"/>
                <a:cs typeface="Arial"/>
              </a:defRPr>
            </a:lvl8pPr>
            <a:lvl9pPr>
              <a:defRPr sz="995" b="1">
                <a:solidFill>
                  <a:srgbClr val="103A30"/>
                </a:solidFill>
                <a:latin typeface="Arial"/>
                <a:ea typeface="Arial"/>
                <a:cs typeface="Arial"/>
              </a:defRPr>
            </a:lvl9pPr>
          </a:lstStyle>
          <a:p xmlns:a="http://schemas.openxmlformats.org/drawingml/2006/main">
            <a:pPr>
              <a:defRPr sz="995" b="1">
                <a:solidFill>
                  <a:srgbClr val="103A30"/>
                </a:solidFill>
                <a:latin typeface="Arial"/>
                <a:ea typeface="Arial"/>
                <a:cs typeface="Arial"/>
              </a:defRPr>
            </a:pPr>
            <a:r>
              <a:rPr sz="995" b="1">
                <a:solidFill>
                  <a:srgbClr val="103A30"/>
                </a:solidFill>
                <a:latin typeface="Arial"/>
                <a:ea typeface="Arial"/>
                <a:cs typeface="Arial"/>
              </a:rPr>
              <a:t>Байланыс деректері</a:t>
            </a:r>
          </a:p>
        </p:txBody>
      </p:sp>
      <p:sp>
        <p:nvSpPr>
          <p:cNvPr id="31" name="">
            <a:extLst xmlns:a="http://schemas.openxmlformats.org/drawingml/2006/main">
              <a:ext uri="{FF2B5EF4-FFF2-40B4-BE49-F238E27FC236}">
                <a16:creationId xmlns:a16="http://schemas.microsoft.com/office/drawing/2014/main" id="{B0BBA26C-9F5B-4DE5-92A9-F66B0D77F518}"/>
              </a:ext>
            </a:extLst>
          </p:cNvPr>
          <p:cNvSpPr>
            <a:spLocks xmlns:a="http://schemas.openxmlformats.org/drawingml/2006/main" noGrp="1"/>
          </p:cNvSpPr>
          <p:nvPr/>
        </p:nvSpPr>
        <p:spPr>
          <a:xfrm xmlns:a="http://schemas.openxmlformats.org/drawingml/2006/main">
            <a:off x="5188341" y="2063268"/>
            <a:ext cx="136501" cy="2275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4" b="0">
                <a:solidFill>
                  <a:srgbClr val="63776F"/>
                </a:solidFill>
                <a:latin typeface="Arial"/>
                <a:ea typeface="Arial"/>
                <a:cs typeface="Arial"/>
              </a:defRPr>
            </a:defPPr>
            <a:lvl1pPr>
              <a:defRPr sz="1274" b="0">
                <a:solidFill>
                  <a:srgbClr val="63776F"/>
                </a:solidFill>
                <a:latin typeface="Arial"/>
                <a:ea typeface="Arial"/>
                <a:cs typeface="Arial"/>
              </a:defRPr>
            </a:lvl1pPr>
            <a:lvl2pPr>
              <a:defRPr sz="1274" b="0">
                <a:solidFill>
                  <a:srgbClr val="63776F"/>
                </a:solidFill>
                <a:latin typeface="Arial"/>
                <a:ea typeface="Arial"/>
                <a:cs typeface="Arial"/>
              </a:defRPr>
            </a:lvl2pPr>
            <a:lvl3pPr>
              <a:defRPr sz="1274" b="0">
                <a:solidFill>
                  <a:srgbClr val="63776F"/>
                </a:solidFill>
                <a:latin typeface="Arial"/>
                <a:ea typeface="Arial"/>
                <a:cs typeface="Arial"/>
              </a:defRPr>
            </a:lvl3pPr>
            <a:lvl4pPr>
              <a:defRPr sz="1274" b="0">
                <a:solidFill>
                  <a:srgbClr val="63776F"/>
                </a:solidFill>
                <a:latin typeface="Arial"/>
                <a:ea typeface="Arial"/>
                <a:cs typeface="Arial"/>
              </a:defRPr>
            </a:lvl4pPr>
            <a:lvl5pPr>
              <a:defRPr sz="1274" b="0">
                <a:solidFill>
                  <a:srgbClr val="63776F"/>
                </a:solidFill>
                <a:latin typeface="Arial"/>
                <a:ea typeface="Arial"/>
                <a:cs typeface="Arial"/>
              </a:defRPr>
            </a:lvl5pPr>
            <a:lvl6pPr>
              <a:defRPr sz="1274" b="0">
                <a:solidFill>
                  <a:srgbClr val="63776F"/>
                </a:solidFill>
                <a:latin typeface="Arial"/>
                <a:ea typeface="Arial"/>
                <a:cs typeface="Arial"/>
              </a:defRPr>
            </a:lvl6pPr>
            <a:lvl7pPr>
              <a:defRPr sz="1274" b="0">
                <a:solidFill>
                  <a:srgbClr val="63776F"/>
                </a:solidFill>
                <a:latin typeface="Arial"/>
                <a:ea typeface="Arial"/>
                <a:cs typeface="Arial"/>
              </a:defRPr>
            </a:lvl7pPr>
            <a:lvl8pPr>
              <a:defRPr sz="1274" b="0">
                <a:solidFill>
                  <a:srgbClr val="63776F"/>
                </a:solidFill>
                <a:latin typeface="Arial"/>
                <a:ea typeface="Arial"/>
                <a:cs typeface="Arial"/>
              </a:defRPr>
            </a:lvl8pPr>
            <a:lvl9pPr>
              <a:defRPr sz="1274" b="0">
                <a:solidFill>
                  <a:srgbClr val="63776F"/>
                </a:solidFill>
                <a:latin typeface="Arial"/>
                <a:ea typeface="Arial"/>
                <a:cs typeface="Arial"/>
              </a:defRPr>
            </a:lvl9pPr>
          </a:lstStyle>
          <a:p xmlns:a="http://schemas.openxmlformats.org/drawingml/2006/main">
            <a:pPr>
              <a:defRPr sz="1274" b="0">
                <a:solidFill>
                  <a:srgbClr val="63776F"/>
                </a:solidFill>
                <a:latin typeface="Arial"/>
                <a:ea typeface="Arial"/>
                <a:cs typeface="Arial"/>
              </a:defRPr>
            </a:pPr>
            <a:r>
              <a:rPr sz="1274" b="0">
                <a:solidFill>
                  <a:srgbClr val="63776F"/>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D521D882-A912-4A6F-A590-883D36F3E47F}"/>
              </a:ext>
            </a:extLst>
          </p:cNvPr>
          <p:cNvSpPr>
            <a:spLocks xmlns:a="http://schemas.openxmlformats.org/drawingml/2006/main" noGrp="1"/>
          </p:cNvSpPr>
          <p:nvPr/>
        </p:nvSpPr>
        <p:spPr>
          <a:xfrm xmlns:a="http://schemas.openxmlformats.org/drawingml/2006/main">
            <a:off x="3429000" y="2376736"/>
            <a:ext cx="1971675" cy="10112"/>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3784DAA-CA11-4391-A17F-0C8A0B57B627}"/>
              </a:ext>
            </a:extLst>
          </p:cNvPr>
          <p:cNvSpPr>
            <a:spLocks xmlns:a="http://schemas.openxmlformats.org/drawingml/2006/main" noGrp="1"/>
          </p:cNvSpPr>
          <p:nvPr/>
        </p:nvSpPr>
        <p:spPr>
          <a:xfrm xmlns:a="http://schemas.openxmlformats.org/drawingml/2006/main">
            <a:off x="3540223" y="2589085"/>
            <a:ext cx="1744174" cy="364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35" b="1">
                <a:solidFill>
                  <a:srgbClr val="103A30"/>
                </a:solidFill>
                <a:latin typeface="Arial"/>
                <a:ea typeface="Arial"/>
                <a:cs typeface="Arial"/>
              </a:defRPr>
            </a:defPPr>
            <a:lvl1pPr>
              <a:defRPr sz="1035" b="1">
                <a:solidFill>
                  <a:srgbClr val="103A30"/>
                </a:solidFill>
                <a:latin typeface="Arial"/>
                <a:ea typeface="Arial"/>
                <a:cs typeface="Arial"/>
              </a:defRPr>
            </a:lvl1pPr>
            <a:lvl2pPr>
              <a:defRPr sz="1035" b="1">
                <a:solidFill>
                  <a:srgbClr val="103A30"/>
                </a:solidFill>
                <a:latin typeface="Arial"/>
                <a:ea typeface="Arial"/>
                <a:cs typeface="Arial"/>
              </a:defRPr>
            </a:lvl2pPr>
            <a:lvl3pPr>
              <a:defRPr sz="1035" b="1">
                <a:solidFill>
                  <a:srgbClr val="103A30"/>
                </a:solidFill>
                <a:latin typeface="Arial"/>
                <a:ea typeface="Arial"/>
                <a:cs typeface="Arial"/>
              </a:defRPr>
            </a:lvl3pPr>
            <a:lvl4pPr>
              <a:defRPr sz="1035" b="1">
                <a:solidFill>
                  <a:srgbClr val="103A30"/>
                </a:solidFill>
                <a:latin typeface="Arial"/>
                <a:ea typeface="Arial"/>
                <a:cs typeface="Arial"/>
              </a:defRPr>
            </a:lvl4pPr>
            <a:lvl5pPr>
              <a:defRPr sz="1035" b="1">
                <a:solidFill>
                  <a:srgbClr val="103A30"/>
                </a:solidFill>
                <a:latin typeface="Arial"/>
                <a:ea typeface="Arial"/>
                <a:cs typeface="Arial"/>
              </a:defRPr>
            </a:lvl5pPr>
            <a:lvl6pPr>
              <a:defRPr sz="1035" b="1">
                <a:solidFill>
                  <a:srgbClr val="103A30"/>
                </a:solidFill>
                <a:latin typeface="Arial"/>
                <a:ea typeface="Arial"/>
                <a:cs typeface="Arial"/>
              </a:defRPr>
            </a:lvl6pPr>
            <a:lvl7pPr>
              <a:defRPr sz="1035" b="1">
                <a:solidFill>
                  <a:srgbClr val="103A30"/>
                </a:solidFill>
                <a:latin typeface="Arial"/>
                <a:ea typeface="Arial"/>
                <a:cs typeface="Arial"/>
              </a:defRPr>
            </a:lvl7pPr>
            <a:lvl8pPr>
              <a:defRPr sz="1035" b="1">
                <a:solidFill>
                  <a:srgbClr val="103A30"/>
                </a:solidFill>
                <a:latin typeface="Arial"/>
                <a:ea typeface="Arial"/>
                <a:cs typeface="Arial"/>
              </a:defRPr>
            </a:lvl8pPr>
            <a:lvl9pPr>
              <a:defRPr sz="1035" b="1">
                <a:solidFill>
                  <a:srgbClr val="103A30"/>
                </a:solidFill>
                <a:latin typeface="Arial"/>
                <a:ea typeface="Arial"/>
                <a:cs typeface="Arial"/>
              </a:defRPr>
            </a:lvl9pPr>
          </a:lstStyle>
          <a:p xmlns:a="http://schemas.openxmlformats.org/drawingml/2006/main">
            <a:pPr>
              <a:defRPr sz="1035" b="1">
                <a:solidFill>
                  <a:srgbClr val="103A30"/>
                </a:solidFill>
                <a:latin typeface="Arial"/>
                <a:ea typeface="Arial"/>
                <a:cs typeface="Arial"/>
              </a:defRPr>
            </a:pPr>
            <a:r>
              <a:rPr sz="1035" b="1">
                <a:solidFill>
                  <a:srgbClr val="103A30"/>
                </a:solidFill>
                <a:latin typeface="Arial"/>
                <a:ea typeface="Arial"/>
                <a:cs typeface="Arial"/>
              </a:rPr>
              <a:t>Жеке пошта мен телефон</a:t>
            </a:r>
          </a:p>
        </p:txBody>
      </p:sp>
      <p:sp>
        <p:nvSpPr>
          <p:cNvPr id="34" name="">
            <a:extLst xmlns:a="http://schemas.openxmlformats.org/drawingml/2006/main">
              <a:ext uri="{FF2B5EF4-FFF2-40B4-BE49-F238E27FC236}">
                <a16:creationId xmlns:a16="http://schemas.microsoft.com/office/drawing/2014/main" id="{5F606E38-B065-44DA-93B0-09BD253AE7A4}"/>
              </a:ext>
            </a:extLst>
          </p:cNvPr>
          <p:cNvSpPr>
            <a:spLocks xmlns:a="http://schemas.openxmlformats.org/drawingml/2006/main" noGrp="1"/>
          </p:cNvSpPr>
          <p:nvPr/>
        </p:nvSpPr>
        <p:spPr>
          <a:xfrm xmlns:a="http://schemas.openxmlformats.org/drawingml/2006/main">
            <a:off x="3540223" y="3104789"/>
            <a:ext cx="1744174" cy="19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76" b="0">
                <a:solidFill>
                  <a:srgbClr val="63776F"/>
                </a:solidFill>
                <a:latin typeface="Arial"/>
                <a:ea typeface="Arial"/>
                <a:cs typeface="Arial"/>
              </a:defRPr>
            </a:defPPr>
            <a:lvl1pPr>
              <a:defRPr sz="876" b="0">
                <a:solidFill>
                  <a:srgbClr val="63776F"/>
                </a:solidFill>
                <a:latin typeface="Arial"/>
                <a:ea typeface="Arial"/>
                <a:cs typeface="Arial"/>
              </a:defRPr>
            </a:lvl1pPr>
            <a:lvl2pPr>
              <a:defRPr sz="876" b="0">
                <a:solidFill>
                  <a:srgbClr val="63776F"/>
                </a:solidFill>
                <a:latin typeface="Arial"/>
                <a:ea typeface="Arial"/>
                <a:cs typeface="Arial"/>
              </a:defRPr>
            </a:lvl2pPr>
            <a:lvl3pPr>
              <a:defRPr sz="876" b="0">
                <a:solidFill>
                  <a:srgbClr val="63776F"/>
                </a:solidFill>
                <a:latin typeface="Arial"/>
                <a:ea typeface="Arial"/>
                <a:cs typeface="Arial"/>
              </a:defRPr>
            </a:lvl3pPr>
            <a:lvl4pPr>
              <a:defRPr sz="876" b="0">
                <a:solidFill>
                  <a:srgbClr val="63776F"/>
                </a:solidFill>
                <a:latin typeface="Arial"/>
                <a:ea typeface="Arial"/>
                <a:cs typeface="Arial"/>
              </a:defRPr>
            </a:lvl4pPr>
            <a:lvl5pPr>
              <a:defRPr sz="876" b="0">
                <a:solidFill>
                  <a:srgbClr val="63776F"/>
                </a:solidFill>
                <a:latin typeface="Arial"/>
                <a:ea typeface="Arial"/>
                <a:cs typeface="Arial"/>
              </a:defRPr>
            </a:lvl5pPr>
            <a:lvl6pPr>
              <a:defRPr sz="876" b="0">
                <a:solidFill>
                  <a:srgbClr val="63776F"/>
                </a:solidFill>
                <a:latin typeface="Arial"/>
                <a:ea typeface="Arial"/>
                <a:cs typeface="Arial"/>
              </a:defRPr>
            </a:lvl6pPr>
            <a:lvl7pPr>
              <a:defRPr sz="876" b="0">
                <a:solidFill>
                  <a:srgbClr val="63776F"/>
                </a:solidFill>
                <a:latin typeface="Arial"/>
                <a:ea typeface="Arial"/>
                <a:cs typeface="Arial"/>
              </a:defRPr>
            </a:lvl7pPr>
            <a:lvl8pPr>
              <a:defRPr sz="876" b="0">
                <a:solidFill>
                  <a:srgbClr val="63776F"/>
                </a:solidFill>
                <a:latin typeface="Arial"/>
                <a:ea typeface="Arial"/>
                <a:cs typeface="Arial"/>
              </a:defRPr>
            </a:lvl8pPr>
            <a:lvl9pPr>
              <a:defRPr sz="876" b="0">
                <a:solidFill>
                  <a:srgbClr val="63776F"/>
                </a:solidFill>
                <a:latin typeface="Arial"/>
                <a:ea typeface="Arial"/>
                <a:cs typeface="Arial"/>
              </a:defRPr>
            </a:lvl9pPr>
          </a:lstStyle>
          <a:p xmlns:a="http://schemas.openxmlformats.org/drawingml/2006/main">
            <a:pPr>
              <a:defRPr sz="876" b="0">
                <a:solidFill>
                  <a:srgbClr val="63776F"/>
                </a:solidFill>
                <a:latin typeface="Arial"/>
                <a:ea typeface="Arial"/>
                <a:cs typeface="Arial"/>
              </a:defRPr>
            </a:pPr>
            <a:r>
              <a:rPr sz="876" b="0">
                <a:solidFill>
                  <a:srgbClr val="63776F"/>
                </a:solidFill>
                <a:latin typeface="Arial"/>
                <a:ea typeface="Arial"/>
                <a:cs typeface="Arial"/>
              </a:rPr>
              <a:t>Эл. пошта *</a:t>
            </a:r>
          </a:p>
        </p:txBody>
      </p:sp>
      <p:sp>
        <p:nvSpPr>
          <p:cNvPr id="35" name="">
            <a:extLst xmlns:a="http://schemas.openxmlformats.org/drawingml/2006/main">
              <a:ext uri="{FF2B5EF4-FFF2-40B4-BE49-F238E27FC236}">
                <a16:creationId xmlns:a16="http://schemas.microsoft.com/office/drawing/2014/main" id="{9AD4A6EC-3D97-4038-AF00-72806938FD13}"/>
              </a:ext>
            </a:extLst>
          </p:cNvPr>
          <p:cNvSpPr>
            <a:spLocks xmlns:a="http://schemas.openxmlformats.org/drawingml/2006/main" noGrp="1"/>
          </p:cNvSpPr>
          <p:nvPr/>
        </p:nvSpPr>
        <p:spPr>
          <a:xfrm xmlns:a="http://schemas.openxmlformats.org/drawingml/2006/main">
            <a:off x="3540223" y="3377809"/>
            <a:ext cx="1749230" cy="374138"/>
          </a:xfrm>
          <a:prstGeom xmlns:a="http://schemas.openxmlformats.org/drawingml/2006/main" prst="roundRect">
            <a:avLst>
              <a:gd name="adj" fmla="val 15275"/>
            </a:avLst>
          </a:prstGeom>
          <a:solidFill xmlns:a="http://schemas.openxmlformats.org/drawingml/2006/main">
            <a:srgbClr val="F4F7F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AE3FD88-D4A5-406D-A0BD-8A4606409A47}"/>
              </a:ext>
            </a:extLst>
          </p:cNvPr>
          <p:cNvSpPr>
            <a:spLocks xmlns:a="http://schemas.openxmlformats.org/drawingml/2006/main" noGrp="1"/>
          </p:cNvSpPr>
          <p:nvPr/>
        </p:nvSpPr>
        <p:spPr>
          <a:xfrm xmlns:a="http://schemas.openxmlformats.org/drawingml/2006/main">
            <a:off x="3621112" y="3499151"/>
            <a:ext cx="1567229"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16" b="0">
                <a:solidFill>
                  <a:srgbClr val="103A30"/>
                </a:solidFill>
                <a:latin typeface="Arial"/>
                <a:ea typeface="Arial"/>
                <a:cs typeface="Arial"/>
              </a:defRPr>
            </a:defPPr>
            <a:lvl1pPr>
              <a:defRPr sz="916" b="0">
                <a:solidFill>
                  <a:srgbClr val="103A30"/>
                </a:solidFill>
                <a:latin typeface="Arial"/>
                <a:ea typeface="Arial"/>
                <a:cs typeface="Arial"/>
              </a:defRPr>
            </a:lvl1pPr>
            <a:lvl2pPr>
              <a:defRPr sz="916" b="0">
                <a:solidFill>
                  <a:srgbClr val="103A30"/>
                </a:solidFill>
                <a:latin typeface="Arial"/>
                <a:ea typeface="Arial"/>
                <a:cs typeface="Arial"/>
              </a:defRPr>
            </a:lvl2pPr>
            <a:lvl3pPr>
              <a:defRPr sz="916" b="0">
                <a:solidFill>
                  <a:srgbClr val="103A30"/>
                </a:solidFill>
                <a:latin typeface="Arial"/>
                <a:ea typeface="Arial"/>
                <a:cs typeface="Arial"/>
              </a:defRPr>
            </a:lvl3pPr>
            <a:lvl4pPr>
              <a:defRPr sz="916" b="0">
                <a:solidFill>
                  <a:srgbClr val="103A30"/>
                </a:solidFill>
                <a:latin typeface="Arial"/>
                <a:ea typeface="Arial"/>
                <a:cs typeface="Arial"/>
              </a:defRPr>
            </a:lvl4pPr>
            <a:lvl5pPr>
              <a:defRPr sz="916" b="0">
                <a:solidFill>
                  <a:srgbClr val="103A30"/>
                </a:solidFill>
                <a:latin typeface="Arial"/>
                <a:ea typeface="Arial"/>
                <a:cs typeface="Arial"/>
              </a:defRPr>
            </a:lvl5pPr>
            <a:lvl6pPr>
              <a:defRPr sz="916" b="0">
                <a:solidFill>
                  <a:srgbClr val="103A30"/>
                </a:solidFill>
                <a:latin typeface="Arial"/>
                <a:ea typeface="Arial"/>
                <a:cs typeface="Arial"/>
              </a:defRPr>
            </a:lvl6pPr>
            <a:lvl7pPr>
              <a:defRPr sz="916" b="0">
                <a:solidFill>
                  <a:srgbClr val="103A30"/>
                </a:solidFill>
                <a:latin typeface="Arial"/>
                <a:ea typeface="Arial"/>
                <a:cs typeface="Arial"/>
              </a:defRPr>
            </a:lvl7pPr>
            <a:lvl8pPr>
              <a:defRPr sz="916" b="0">
                <a:solidFill>
                  <a:srgbClr val="103A30"/>
                </a:solidFill>
                <a:latin typeface="Arial"/>
                <a:ea typeface="Arial"/>
                <a:cs typeface="Arial"/>
              </a:defRPr>
            </a:lvl8pPr>
            <a:lvl9pPr>
              <a:defRPr sz="916" b="0">
                <a:solidFill>
                  <a:srgbClr val="103A30"/>
                </a:solidFill>
                <a:latin typeface="Arial"/>
                <a:ea typeface="Arial"/>
                <a:cs typeface="Arial"/>
              </a:defRPr>
            </a:lvl9pPr>
          </a:lstStyle>
          <a:p xmlns:a="http://schemas.openxmlformats.org/drawingml/2006/main">
            <a:pPr>
              <a:defRPr sz="916" b="0">
                <a:solidFill>
                  <a:srgbClr val="103A30"/>
                </a:solidFill>
                <a:latin typeface="Arial"/>
                <a:ea typeface="Arial"/>
                <a:cs typeface="Arial"/>
              </a:defRPr>
            </a:pPr>
            <a:r>
              <a:rPr sz="916" b="0">
                <a:solidFill>
                  <a:srgbClr val="103A30"/>
                </a:solidFill>
                <a:latin typeface="Arial"/>
                <a:ea typeface="Arial"/>
                <a:cs typeface="Arial"/>
              </a:rPr>
              <a:t>employee@janamen.local</a:t>
            </a:r>
          </a:p>
        </p:txBody>
      </p:sp>
      <p:sp>
        <p:nvSpPr>
          <p:cNvPr id="37" name="">
            <a:extLst xmlns:a="http://schemas.openxmlformats.org/drawingml/2006/main">
              <a:ext uri="{FF2B5EF4-FFF2-40B4-BE49-F238E27FC236}">
                <a16:creationId xmlns:a16="http://schemas.microsoft.com/office/drawing/2014/main" id="{C35193CE-1C51-4E73-B032-D6168278D14C}"/>
              </a:ext>
            </a:extLst>
          </p:cNvPr>
          <p:cNvSpPr>
            <a:spLocks xmlns:a="http://schemas.openxmlformats.org/drawingml/2006/main" noGrp="1"/>
          </p:cNvSpPr>
          <p:nvPr/>
        </p:nvSpPr>
        <p:spPr>
          <a:xfrm xmlns:a="http://schemas.openxmlformats.org/drawingml/2006/main">
            <a:off x="3540223" y="4009799"/>
            <a:ext cx="1744174" cy="19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76" b="0">
                <a:solidFill>
                  <a:srgbClr val="63776F"/>
                </a:solidFill>
                <a:latin typeface="Arial"/>
                <a:ea typeface="Arial"/>
                <a:cs typeface="Arial"/>
              </a:defRPr>
            </a:defPPr>
            <a:lvl1pPr>
              <a:defRPr sz="876" b="0">
                <a:solidFill>
                  <a:srgbClr val="63776F"/>
                </a:solidFill>
                <a:latin typeface="Arial"/>
                <a:ea typeface="Arial"/>
                <a:cs typeface="Arial"/>
              </a:defRPr>
            </a:lvl1pPr>
            <a:lvl2pPr>
              <a:defRPr sz="876" b="0">
                <a:solidFill>
                  <a:srgbClr val="63776F"/>
                </a:solidFill>
                <a:latin typeface="Arial"/>
                <a:ea typeface="Arial"/>
                <a:cs typeface="Arial"/>
              </a:defRPr>
            </a:lvl2pPr>
            <a:lvl3pPr>
              <a:defRPr sz="876" b="0">
                <a:solidFill>
                  <a:srgbClr val="63776F"/>
                </a:solidFill>
                <a:latin typeface="Arial"/>
                <a:ea typeface="Arial"/>
                <a:cs typeface="Arial"/>
              </a:defRPr>
            </a:lvl3pPr>
            <a:lvl4pPr>
              <a:defRPr sz="876" b="0">
                <a:solidFill>
                  <a:srgbClr val="63776F"/>
                </a:solidFill>
                <a:latin typeface="Arial"/>
                <a:ea typeface="Arial"/>
                <a:cs typeface="Arial"/>
              </a:defRPr>
            </a:lvl4pPr>
            <a:lvl5pPr>
              <a:defRPr sz="876" b="0">
                <a:solidFill>
                  <a:srgbClr val="63776F"/>
                </a:solidFill>
                <a:latin typeface="Arial"/>
                <a:ea typeface="Arial"/>
                <a:cs typeface="Arial"/>
              </a:defRPr>
            </a:lvl5pPr>
            <a:lvl6pPr>
              <a:defRPr sz="876" b="0">
                <a:solidFill>
                  <a:srgbClr val="63776F"/>
                </a:solidFill>
                <a:latin typeface="Arial"/>
                <a:ea typeface="Arial"/>
                <a:cs typeface="Arial"/>
              </a:defRPr>
            </a:lvl6pPr>
            <a:lvl7pPr>
              <a:defRPr sz="876" b="0">
                <a:solidFill>
                  <a:srgbClr val="63776F"/>
                </a:solidFill>
                <a:latin typeface="Arial"/>
                <a:ea typeface="Arial"/>
                <a:cs typeface="Arial"/>
              </a:defRPr>
            </a:lvl7pPr>
            <a:lvl8pPr>
              <a:defRPr sz="876" b="0">
                <a:solidFill>
                  <a:srgbClr val="63776F"/>
                </a:solidFill>
                <a:latin typeface="Arial"/>
                <a:ea typeface="Arial"/>
                <a:cs typeface="Arial"/>
              </a:defRPr>
            </a:lvl8pPr>
            <a:lvl9pPr>
              <a:defRPr sz="876" b="0">
                <a:solidFill>
                  <a:srgbClr val="63776F"/>
                </a:solidFill>
                <a:latin typeface="Arial"/>
                <a:ea typeface="Arial"/>
                <a:cs typeface="Arial"/>
              </a:defRPr>
            </a:lvl9pPr>
          </a:lstStyle>
          <a:p xmlns:a="http://schemas.openxmlformats.org/drawingml/2006/main">
            <a:pPr>
              <a:defRPr sz="876" b="0">
                <a:solidFill>
                  <a:srgbClr val="63776F"/>
                </a:solidFill>
                <a:latin typeface="Arial"/>
                <a:ea typeface="Arial"/>
                <a:cs typeface="Arial"/>
              </a:defRPr>
            </a:pPr>
            <a:r>
              <a:rPr sz="876" b="0">
                <a:solidFill>
                  <a:srgbClr val="63776F"/>
                </a:solidFill>
                <a:latin typeface="Arial"/>
                <a:ea typeface="Arial"/>
                <a:cs typeface="Arial"/>
              </a:rPr>
              <a:t>Телефон *</a:t>
            </a:r>
          </a:p>
        </p:txBody>
      </p:sp>
      <p:sp>
        <p:nvSpPr>
          <p:cNvPr id="38" name="">
            <a:extLst xmlns:a="http://schemas.openxmlformats.org/drawingml/2006/main">
              <a:ext uri="{FF2B5EF4-FFF2-40B4-BE49-F238E27FC236}">
                <a16:creationId xmlns:a16="http://schemas.microsoft.com/office/drawing/2014/main" id="{85F6A602-E010-4E80-A20E-13BD540ABB45}"/>
              </a:ext>
            </a:extLst>
          </p:cNvPr>
          <p:cNvSpPr>
            <a:spLocks xmlns:a="http://schemas.openxmlformats.org/drawingml/2006/main" noGrp="1"/>
          </p:cNvSpPr>
          <p:nvPr/>
        </p:nvSpPr>
        <p:spPr>
          <a:xfrm xmlns:a="http://schemas.openxmlformats.org/drawingml/2006/main">
            <a:off x="3540223" y="4297987"/>
            <a:ext cx="1749230" cy="374138"/>
          </a:xfrm>
          <a:prstGeom xmlns:a="http://schemas.openxmlformats.org/drawingml/2006/main" prst="roundRect">
            <a:avLst>
              <a:gd name="adj" fmla="val 15275"/>
            </a:avLst>
          </a:prstGeom>
          <a:solidFill xmlns:a="http://schemas.openxmlformats.org/drawingml/2006/main">
            <a:srgbClr val="F4F7F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C6A3B39-60D2-40AE-928B-31FFFE25B492}"/>
              </a:ext>
            </a:extLst>
          </p:cNvPr>
          <p:cNvSpPr>
            <a:spLocks xmlns:a="http://schemas.openxmlformats.org/drawingml/2006/main" noGrp="1"/>
          </p:cNvSpPr>
          <p:nvPr/>
        </p:nvSpPr>
        <p:spPr>
          <a:xfrm xmlns:a="http://schemas.openxmlformats.org/drawingml/2006/main">
            <a:off x="3621112" y="4409217"/>
            <a:ext cx="1567229"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55" b="0">
                <a:solidFill>
                  <a:srgbClr val="103A30"/>
                </a:solidFill>
                <a:latin typeface="Arial"/>
                <a:ea typeface="Arial"/>
                <a:cs typeface="Arial"/>
              </a:defRPr>
            </a:defPPr>
            <a:lvl1pPr>
              <a:defRPr sz="955" b="0">
                <a:solidFill>
                  <a:srgbClr val="103A30"/>
                </a:solidFill>
                <a:latin typeface="Arial"/>
                <a:ea typeface="Arial"/>
                <a:cs typeface="Arial"/>
              </a:defRPr>
            </a:lvl1pPr>
            <a:lvl2pPr>
              <a:defRPr sz="955" b="0">
                <a:solidFill>
                  <a:srgbClr val="103A30"/>
                </a:solidFill>
                <a:latin typeface="Arial"/>
                <a:ea typeface="Arial"/>
                <a:cs typeface="Arial"/>
              </a:defRPr>
            </a:lvl2pPr>
            <a:lvl3pPr>
              <a:defRPr sz="955" b="0">
                <a:solidFill>
                  <a:srgbClr val="103A30"/>
                </a:solidFill>
                <a:latin typeface="Arial"/>
                <a:ea typeface="Arial"/>
                <a:cs typeface="Arial"/>
              </a:defRPr>
            </a:lvl3pPr>
            <a:lvl4pPr>
              <a:defRPr sz="955" b="0">
                <a:solidFill>
                  <a:srgbClr val="103A30"/>
                </a:solidFill>
                <a:latin typeface="Arial"/>
                <a:ea typeface="Arial"/>
                <a:cs typeface="Arial"/>
              </a:defRPr>
            </a:lvl4pPr>
            <a:lvl5pPr>
              <a:defRPr sz="955" b="0">
                <a:solidFill>
                  <a:srgbClr val="103A30"/>
                </a:solidFill>
                <a:latin typeface="Arial"/>
                <a:ea typeface="Arial"/>
                <a:cs typeface="Arial"/>
              </a:defRPr>
            </a:lvl5pPr>
            <a:lvl6pPr>
              <a:defRPr sz="955" b="0">
                <a:solidFill>
                  <a:srgbClr val="103A30"/>
                </a:solidFill>
                <a:latin typeface="Arial"/>
                <a:ea typeface="Arial"/>
                <a:cs typeface="Arial"/>
              </a:defRPr>
            </a:lvl6pPr>
            <a:lvl7pPr>
              <a:defRPr sz="955" b="0">
                <a:solidFill>
                  <a:srgbClr val="103A30"/>
                </a:solidFill>
                <a:latin typeface="Arial"/>
                <a:ea typeface="Arial"/>
                <a:cs typeface="Arial"/>
              </a:defRPr>
            </a:lvl7pPr>
            <a:lvl8pPr>
              <a:defRPr sz="955" b="0">
                <a:solidFill>
                  <a:srgbClr val="103A30"/>
                </a:solidFill>
                <a:latin typeface="Arial"/>
                <a:ea typeface="Arial"/>
                <a:cs typeface="Arial"/>
              </a:defRPr>
            </a:lvl8pPr>
            <a:lvl9pPr>
              <a:defRPr sz="955" b="0">
                <a:solidFill>
                  <a:srgbClr val="103A30"/>
                </a:solidFill>
                <a:latin typeface="Arial"/>
                <a:ea typeface="Arial"/>
                <a:cs typeface="Arial"/>
              </a:defRPr>
            </a:lvl9pPr>
          </a:lstStyle>
          <a:p xmlns:a="http://schemas.openxmlformats.org/drawingml/2006/main">
            <a:pPr>
              <a:defRPr sz="955" b="0">
                <a:solidFill>
                  <a:srgbClr val="103A30"/>
                </a:solidFill>
                <a:latin typeface="Arial"/>
                <a:ea typeface="Arial"/>
                <a:cs typeface="Arial"/>
              </a:defRPr>
            </a:pPr>
            <a:r>
              <a:rPr sz="955" b="0">
                <a:solidFill>
                  <a:srgbClr val="103A30"/>
                </a:solidFill>
                <a:latin typeface="Arial"/>
                <a:ea typeface="Arial"/>
                <a:cs typeface="Arial"/>
              </a:rPr>
              <a:t>+7 (700) 000-00-02</a:t>
            </a:r>
          </a:p>
        </p:txBody>
      </p:sp>
      <p:sp>
        <p:nvSpPr>
          <p:cNvPr id="40" name="">
            <a:extLst xmlns:a="http://schemas.openxmlformats.org/drawingml/2006/main">
              <a:ext uri="{FF2B5EF4-FFF2-40B4-BE49-F238E27FC236}">
                <a16:creationId xmlns:a16="http://schemas.microsoft.com/office/drawing/2014/main" id="{3BE5299F-0532-4F3D-AA56-BDD50EE2F6ED}"/>
              </a:ext>
            </a:extLst>
          </p:cNvPr>
          <p:cNvSpPr>
            <a:spLocks xmlns:a="http://schemas.openxmlformats.org/drawingml/2006/main" noGrp="1"/>
          </p:cNvSpPr>
          <p:nvPr/>
        </p:nvSpPr>
        <p:spPr>
          <a:xfrm xmlns:a="http://schemas.openxmlformats.org/drawingml/2006/main">
            <a:off x="3540223" y="4899642"/>
            <a:ext cx="1744174" cy="424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0">
                <a:solidFill>
                  <a:srgbClr val="63776F"/>
                </a:solidFill>
                <a:latin typeface="Arial"/>
                <a:ea typeface="Arial"/>
                <a:cs typeface="Arial"/>
              </a:defRPr>
            </a:defPPr>
            <a:lvl1pPr>
              <a:defRPr sz="995" b="0">
                <a:solidFill>
                  <a:srgbClr val="63776F"/>
                </a:solidFill>
                <a:latin typeface="Arial"/>
                <a:ea typeface="Arial"/>
                <a:cs typeface="Arial"/>
              </a:defRPr>
            </a:lvl1pPr>
            <a:lvl2pPr>
              <a:defRPr sz="995" b="0">
                <a:solidFill>
                  <a:srgbClr val="63776F"/>
                </a:solidFill>
                <a:latin typeface="Arial"/>
                <a:ea typeface="Arial"/>
                <a:cs typeface="Arial"/>
              </a:defRPr>
            </a:lvl2pPr>
            <a:lvl3pPr>
              <a:defRPr sz="995" b="0">
                <a:solidFill>
                  <a:srgbClr val="63776F"/>
                </a:solidFill>
                <a:latin typeface="Arial"/>
                <a:ea typeface="Arial"/>
                <a:cs typeface="Arial"/>
              </a:defRPr>
            </a:lvl3pPr>
            <a:lvl4pPr>
              <a:defRPr sz="995" b="0">
                <a:solidFill>
                  <a:srgbClr val="63776F"/>
                </a:solidFill>
                <a:latin typeface="Arial"/>
                <a:ea typeface="Arial"/>
                <a:cs typeface="Arial"/>
              </a:defRPr>
            </a:lvl4pPr>
            <a:lvl5pPr>
              <a:defRPr sz="995" b="0">
                <a:solidFill>
                  <a:srgbClr val="63776F"/>
                </a:solidFill>
                <a:latin typeface="Arial"/>
                <a:ea typeface="Arial"/>
                <a:cs typeface="Arial"/>
              </a:defRPr>
            </a:lvl5pPr>
            <a:lvl6pPr>
              <a:defRPr sz="995" b="0">
                <a:solidFill>
                  <a:srgbClr val="63776F"/>
                </a:solidFill>
                <a:latin typeface="Arial"/>
                <a:ea typeface="Arial"/>
                <a:cs typeface="Arial"/>
              </a:defRPr>
            </a:lvl6pPr>
            <a:lvl7pPr>
              <a:defRPr sz="995" b="0">
                <a:solidFill>
                  <a:srgbClr val="63776F"/>
                </a:solidFill>
                <a:latin typeface="Arial"/>
                <a:ea typeface="Arial"/>
                <a:cs typeface="Arial"/>
              </a:defRPr>
            </a:lvl7pPr>
            <a:lvl8pPr>
              <a:defRPr sz="995" b="0">
                <a:solidFill>
                  <a:srgbClr val="63776F"/>
                </a:solidFill>
                <a:latin typeface="Arial"/>
                <a:ea typeface="Arial"/>
                <a:cs typeface="Arial"/>
              </a:defRPr>
            </a:lvl8pPr>
            <a:lvl9pPr>
              <a:defRPr sz="995" b="0">
                <a:solidFill>
                  <a:srgbClr val="63776F"/>
                </a:solidFill>
                <a:latin typeface="Arial"/>
                <a:ea typeface="Arial"/>
                <a:cs typeface="Arial"/>
              </a:defRPr>
            </a:lvl9pPr>
          </a:lstStyle>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Өрістердің дұрыстығы</a:t>
            </a:r>
          </a:p>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сақтау кезінде тексеріледі.</a:t>
            </a:r>
          </a:p>
        </p:txBody>
      </p:sp>
      <p:sp>
        <p:nvSpPr>
          <p:cNvPr id="41" name="">
            <a:extLst xmlns:a="http://schemas.openxmlformats.org/drawingml/2006/main">
              <a:ext uri="{FF2B5EF4-FFF2-40B4-BE49-F238E27FC236}">
                <a16:creationId xmlns:a16="http://schemas.microsoft.com/office/drawing/2014/main" id="{9A3997B9-86F0-46AB-9EA5-244C191B9949}"/>
              </a:ext>
            </a:extLst>
          </p:cNvPr>
          <p:cNvSpPr>
            <a:spLocks xmlns:a="http://schemas.openxmlformats.org/drawingml/2006/main" noGrp="1"/>
          </p:cNvSpPr>
          <p:nvPr/>
        </p:nvSpPr>
        <p:spPr>
          <a:xfrm xmlns:a="http://schemas.openxmlformats.org/drawingml/2006/main">
            <a:off x="3540223" y="5627695"/>
            <a:ext cx="1749230" cy="379194"/>
          </a:xfrm>
          <a:prstGeom xmlns:a="http://schemas.openxmlformats.org/drawingml/2006/main" prst="roundRect">
            <a:avLst>
              <a:gd name="adj" fmla="val 15071"/>
            </a:avLst>
          </a:prstGeom>
          <a:solidFill xmlns:a="http://schemas.openxmlformats.org/drawingml/2006/main">
            <a:srgbClr val="207A5B"/>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1AC94AE-1B79-44F4-A595-CC8093512DBD}"/>
              </a:ext>
            </a:extLst>
          </p:cNvPr>
          <p:cNvSpPr>
            <a:spLocks xmlns:a="http://schemas.openxmlformats.org/drawingml/2006/main" noGrp="1"/>
          </p:cNvSpPr>
          <p:nvPr/>
        </p:nvSpPr>
        <p:spPr>
          <a:xfrm xmlns:a="http://schemas.openxmlformats.org/drawingml/2006/main">
            <a:off x="3631223" y="5738925"/>
            <a:ext cx="1567229" cy="2123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35" b="1">
                <a:solidFill>
                  <a:srgbClr val="FFFFFF"/>
                </a:solidFill>
                <a:latin typeface="Arial"/>
                <a:ea typeface="Arial"/>
                <a:cs typeface="Arial"/>
              </a:defRPr>
            </a:defPPr>
            <a:lvl1pPr>
              <a:defRPr sz="1035" b="1">
                <a:solidFill>
                  <a:srgbClr val="FFFFFF"/>
                </a:solidFill>
                <a:latin typeface="Arial"/>
                <a:ea typeface="Arial"/>
                <a:cs typeface="Arial"/>
              </a:defRPr>
            </a:lvl1pPr>
            <a:lvl2pPr>
              <a:defRPr sz="1035" b="1">
                <a:solidFill>
                  <a:srgbClr val="FFFFFF"/>
                </a:solidFill>
                <a:latin typeface="Arial"/>
                <a:ea typeface="Arial"/>
                <a:cs typeface="Arial"/>
              </a:defRPr>
            </a:lvl2pPr>
            <a:lvl3pPr>
              <a:defRPr sz="1035" b="1">
                <a:solidFill>
                  <a:srgbClr val="FFFFFF"/>
                </a:solidFill>
                <a:latin typeface="Arial"/>
                <a:ea typeface="Arial"/>
                <a:cs typeface="Arial"/>
              </a:defRPr>
            </a:lvl3pPr>
            <a:lvl4pPr>
              <a:defRPr sz="1035" b="1">
                <a:solidFill>
                  <a:srgbClr val="FFFFFF"/>
                </a:solidFill>
                <a:latin typeface="Arial"/>
                <a:ea typeface="Arial"/>
                <a:cs typeface="Arial"/>
              </a:defRPr>
            </a:lvl4pPr>
            <a:lvl5pPr>
              <a:defRPr sz="1035" b="1">
                <a:solidFill>
                  <a:srgbClr val="FFFFFF"/>
                </a:solidFill>
                <a:latin typeface="Arial"/>
                <a:ea typeface="Arial"/>
                <a:cs typeface="Arial"/>
              </a:defRPr>
            </a:lvl5pPr>
            <a:lvl6pPr>
              <a:defRPr sz="1035" b="1">
                <a:solidFill>
                  <a:srgbClr val="FFFFFF"/>
                </a:solidFill>
                <a:latin typeface="Arial"/>
                <a:ea typeface="Arial"/>
                <a:cs typeface="Arial"/>
              </a:defRPr>
            </a:lvl6pPr>
            <a:lvl7pPr>
              <a:defRPr sz="1035" b="1">
                <a:solidFill>
                  <a:srgbClr val="FFFFFF"/>
                </a:solidFill>
                <a:latin typeface="Arial"/>
                <a:ea typeface="Arial"/>
                <a:cs typeface="Arial"/>
              </a:defRPr>
            </a:lvl7pPr>
            <a:lvl8pPr>
              <a:defRPr sz="1035" b="1">
                <a:solidFill>
                  <a:srgbClr val="FFFFFF"/>
                </a:solidFill>
                <a:latin typeface="Arial"/>
                <a:ea typeface="Arial"/>
                <a:cs typeface="Arial"/>
              </a:defRPr>
            </a:lvl8pPr>
            <a:lvl9pPr>
              <a:defRPr sz="1035" b="1">
                <a:solidFill>
                  <a:srgbClr val="FFFFFF"/>
                </a:solidFill>
                <a:latin typeface="Arial"/>
                <a:ea typeface="Arial"/>
                <a:cs typeface="Arial"/>
              </a:defRPr>
            </a:lvl9pPr>
          </a:lstStyle>
          <a:p xmlns:a="http://schemas.openxmlformats.org/drawingml/2006/main">
            <a:pPr>
              <a:defRPr sz="1035" b="1">
                <a:solidFill>
                  <a:srgbClr val="FFFFFF"/>
                </a:solidFill>
                <a:latin typeface="Arial"/>
                <a:ea typeface="Arial"/>
                <a:cs typeface="Arial"/>
              </a:defRPr>
            </a:pPr>
            <a:r>
              <a:rPr sz="1035" b="1">
                <a:solidFill>
                  <a:srgbClr val="FFFFFF"/>
                </a:solidFill>
                <a:latin typeface="Arial"/>
                <a:ea typeface="Arial"/>
                <a:cs typeface="Arial"/>
              </a:rPr>
              <a:t>Деректерді сақтау</a:t>
            </a:r>
          </a:p>
        </p:txBody>
      </p:sp>
      <p:sp>
        <p:nvSpPr>
          <p:cNvPr id="43" name="">
            <a:extLst xmlns:a="http://schemas.openxmlformats.org/drawingml/2006/main">
              <a:ext uri="{FF2B5EF4-FFF2-40B4-BE49-F238E27FC236}">
                <a16:creationId xmlns:a16="http://schemas.microsoft.com/office/drawing/2014/main" id="{F999822B-973E-46AC-95FC-7E52804ACEB0}"/>
              </a:ext>
            </a:extLst>
          </p:cNvPr>
          <p:cNvSpPr>
            <a:spLocks xmlns:a="http://schemas.openxmlformats.org/drawingml/2006/main" noGrp="1"/>
          </p:cNvSpPr>
          <p:nvPr/>
        </p:nvSpPr>
        <p:spPr>
          <a:xfrm xmlns:a="http://schemas.openxmlformats.org/drawingml/2006/main">
            <a:off x="6096000" y="1962150"/>
            <a:ext cx="1971675" cy="4267200"/>
          </a:xfrm>
          <a:prstGeom xmlns:a="http://schemas.openxmlformats.org/drawingml/2006/main" prst="roundRect">
            <a:avLst>
              <a:gd name="adj" fmla="val 3865"/>
            </a:avLst>
          </a:prstGeom>
          <a:solidFill xmlns:a="http://schemas.openxmlformats.org/drawingml/2006/main">
            <a:srgbClr val="FFFFF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305918B-2395-4BB7-802A-0E750FFBA96E}"/>
              </a:ext>
            </a:extLst>
          </p:cNvPr>
          <p:cNvSpPr>
            <a:spLocks xmlns:a="http://schemas.openxmlformats.org/drawingml/2006/main" noGrp="1"/>
          </p:cNvSpPr>
          <p:nvPr/>
        </p:nvSpPr>
        <p:spPr>
          <a:xfrm xmlns:a="http://schemas.openxmlformats.org/drawingml/2006/main">
            <a:off x="6207223" y="2083492"/>
            <a:ext cx="1567229" cy="232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103A30"/>
                </a:solidFill>
                <a:latin typeface="Arial"/>
                <a:ea typeface="Arial"/>
                <a:cs typeface="Arial"/>
              </a:defRPr>
            </a:defPPr>
            <a:lvl1pPr>
              <a:defRPr sz="995" b="1">
                <a:solidFill>
                  <a:srgbClr val="103A30"/>
                </a:solidFill>
                <a:latin typeface="Arial"/>
                <a:ea typeface="Arial"/>
                <a:cs typeface="Arial"/>
              </a:defRPr>
            </a:lvl1pPr>
            <a:lvl2pPr>
              <a:defRPr sz="995" b="1">
                <a:solidFill>
                  <a:srgbClr val="103A30"/>
                </a:solidFill>
                <a:latin typeface="Arial"/>
                <a:ea typeface="Arial"/>
                <a:cs typeface="Arial"/>
              </a:defRPr>
            </a:lvl2pPr>
            <a:lvl3pPr>
              <a:defRPr sz="995" b="1">
                <a:solidFill>
                  <a:srgbClr val="103A30"/>
                </a:solidFill>
                <a:latin typeface="Arial"/>
                <a:ea typeface="Arial"/>
                <a:cs typeface="Arial"/>
              </a:defRPr>
            </a:lvl3pPr>
            <a:lvl4pPr>
              <a:defRPr sz="995" b="1">
                <a:solidFill>
                  <a:srgbClr val="103A30"/>
                </a:solidFill>
                <a:latin typeface="Arial"/>
                <a:ea typeface="Arial"/>
                <a:cs typeface="Arial"/>
              </a:defRPr>
            </a:lvl4pPr>
            <a:lvl5pPr>
              <a:defRPr sz="995" b="1">
                <a:solidFill>
                  <a:srgbClr val="103A30"/>
                </a:solidFill>
                <a:latin typeface="Arial"/>
                <a:ea typeface="Arial"/>
                <a:cs typeface="Arial"/>
              </a:defRPr>
            </a:lvl5pPr>
            <a:lvl6pPr>
              <a:defRPr sz="995" b="1">
                <a:solidFill>
                  <a:srgbClr val="103A30"/>
                </a:solidFill>
                <a:latin typeface="Arial"/>
                <a:ea typeface="Arial"/>
                <a:cs typeface="Arial"/>
              </a:defRPr>
            </a:lvl6pPr>
            <a:lvl7pPr>
              <a:defRPr sz="995" b="1">
                <a:solidFill>
                  <a:srgbClr val="103A30"/>
                </a:solidFill>
                <a:latin typeface="Arial"/>
                <a:ea typeface="Arial"/>
                <a:cs typeface="Arial"/>
              </a:defRPr>
            </a:lvl7pPr>
            <a:lvl8pPr>
              <a:defRPr sz="995" b="1">
                <a:solidFill>
                  <a:srgbClr val="103A30"/>
                </a:solidFill>
                <a:latin typeface="Arial"/>
                <a:ea typeface="Arial"/>
                <a:cs typeface="Arial"/>
              </a:defRPr>
            </a:lvl8pPr>
            <a:lvl9pPr>
              <a:defRPr sz="995" b="1">
                <a:solidFill>
                  <a:srgbClr val="103A30"/>
                </a:solidFill>
                <a:latin typeface="Arial"/>
                <a:ea typeface="Arial"/>
                <a:cs typeface="Arial"/>
              </a:defRPr>
            </a:lvl9pPr>
          </a:lstStyle>
          <a:p xmlns:a="http://schemas.openxmlformats.org/drawingml/2006/main">
            <a:pPr>
              <a:defRPr sz="995" b="1">
                <a:solidFill>
                  <a:srgbClr val="103A30"/>
                </a:solidFill>
                <a:latin typeface="Arial"/>
                <a:ea typeface="Arial"/>
                <a:cs typeface="Arial"/>
              </a:defRPr>
            </a:pPr>
            <a:r>
              <a:rPr sz="995" b="1">
                <a:solidFill>
                  <a:srgbClr val="103A30"/>
                </a:solidFill>
                <a:latin typeface="Arial"/>
                <a:ea typeface="Arial"/>
                <a:cs typeface="Arial"/>
              </a:rPr>
              <a:t>Хабарламалар</a:t>
            </a:r>
          </a:p>
        </p:txBody>
      </p:sp>
      <p:sp>
        <p:nvSpPr>
          <p:cNvPr id="45" name="">
            <a:extLst xmlns:a="http://schemas.openxmlformats.org/drawingml/2006/main">
              <a:ext uri="{FF2B5EF4-FFF2-40B4-BE49-F238E27FC236}">
                <a16:creationId xmlns:a16="http://schemas.microsoft.com/office/drawing/2014/main" id="{876FAC52-3FB1-4A8F-925D-64DDF6BB12D9}"/>
              </a:ext>
            </a:extLst>
          </p:cNvPr>
          <p:cNvSpPr>
            <a:spLocks xmlns:a="http://schemas.openxmlformats.org/drawingml/2006/main" noGrp="1"/>
          </p:cNvSpPr>
          <p:nvPr/>
        </p:nvSpPr>
        <p:spPr>
          <a:xfrm xmlns:a="http://schemas.openxmlformats.org/drawingml/2006/main">
            <a:off x="7855341" y="2063268"/>
            <a:ext cx="136501" cy="2275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4" b="0">
                <a:solidFill>
                  <a:srgbClr val="63776F"/>
                </a:solidFill>
                <a:latin typeface="Arial"/>
                <a:ea typeface="Arial"/>
                <a:cs typeface="Arial"/>
              </a:defRPr>
            </a:defPPr>
            <a:lvl1pPr>
              <a:defRPr sz="1274" b="0">
                <a:solidFill>
                  <a:srgbClr val="63776F"/>
                </a:solidFill>
                <a:latin typeface="Arial"/>
                <a:ea typeface="Arial"/>
                <a:cs typeface="Arial"/>
              </a:defRPr>
            </a:lvl1pPr>
            <a:lvl2pPr>
              <a:defRPr sz="1274" b="0">
                <a:solidFill>
                  <a:srgbClr val="63776F"/>
                </a:solidFill>
                <a:latin typeface="Arial"/>
                <a:ea typeface="Arial"/>
                <a:cs typeface="Arial"/>
              </a:defRPr>
            </a:lvl2pPr>
            <a:lvl3pPr>
              <a:defRPr sz="1274" b="0">
                <a:solidFill>
                  <a:srgbClr val="63776F"/>
                </a:solidFill>
                <a:latin typeface="Arial"/>
                <a:ea typeface="Arial"/>
                <a:cs typeface="Arial"/>
              </a:defRPr>
            </a:lvl3pPr>
            <a:lvl4pPr>
              <a:defRPr sz="1274" b="0">
                <a:solidFill>
                  <a:srgbClr val="63776F"/>
                </a:solidFill>
                <a:latin typeface="Arial"/>
                <a:ea typeface="Arial"/>
                <a:cs typeface="Arial"/>
              </a:defRPr>
            </a:lvl4pPr>
            <a:lvl5pPr>
              <a:defRPr sz="1274" b="0">
                <a:solidFill>
                  <a:srgbClr val="63776F"/>
                </a:solidFill>
                <a:latin typeface="Arial"/>
                <a:ea typeface="Arial"/>
                <a:cs typeface="Arial"/>
              </a:defRPr>
            </a:lvl5pPr>
            <a:lvl6pPr>
              <a:defRPr sz="1274" b="0">
                <a:solidFill>
                  <a:srgbClr val="63776F"/>
                </a:solidFill>
                <a:latin typeface="Arial"/>
                <a:ea typeface="Arial"/>
                <a:cs typeface="Arial"/>
              </a:defRPr>
            </a:lvl6pPr>
            <a:lvl7pPr>
              <a:defRPr sz="1274" b="0">
                <a:solidFill>
                  <a:srgbClr val="63776F"/>
                </a:solidFill>
                <a:latin typeface="Arial"/>
                <a:ea typeface="Arial"/>
                <a:cs typeface="Arial"/>
              </a:defRPr>
            </a:lvl7pPr>
            <a:lvl8pPr>
              <a:defRPr sz="1274" b="0">
                <a:solidFill>
                  <a:srgbClr val="63776F"/>
                </a:solidFill>
                <a:latin typeface="Arial"/>
                <a:ea typeface="Arial"/>
                <a:cs typeface="Arial"/>
              </a:defRPr>
            </a:lvl8pPr>
            <a:lvl9pPr>
              <a:defRPr sz="1274" b="0">
                <a:solidFill>
                  <a:srgbClr val="63776F"/>
                </a:solidFill>
                <a:latin typeface="Arial"/>
                <a:ea typeface="Arial"/>
                <a:cs typeface="Arial"/>
              </a:defRPr>
            </a:lvl9pPr>
          </a:lstStyle>
          <a:p xmlns:a="http://schemas.openxmlformats.org/drawingml/2006/main">
            <a:pPr>
              <a:defRPr sz="1274" b="0">
                <a:solidFill>
                  <a:srgbClr val="63776F"/>
                </a:solidFill>
                <a:latin typeface="Arial"/>
                <a:ea typeface="Arial"/>
                <a:cs typeface="Arial"/>
              </a:defRPr>
            </a:pPr>
            <a:r>
              <a:rPr sz="1274" b="0">
                <a:solidFill>
                  <a:srgbClr val="63776F"/>
                </a:solidFill>
                <a:latin typeface="Arial"/>
                <a:ea typeface="Arial"/>
                <a:cs typeface="Arial"/>
              </a:rPr>
              <a:t>×</a:t>
            </a:r>
          </a:p>
        </p:txBody>
      </p:sp>
      <p:sp>
        <p:nvSpPr>
          <p:cNvPr id="46" name="">
            <a:extLst xmlns:a="http://schemas.openxmlformats.org/drawingml/2006/main">
              <a:ext uri="{FF2B5EF4-FFF2-40B4-BE49-F238E27FC236}">
                <a16:creationId xmlns:a16="http://schemas.microsoft.com/office/drawing/2014/main" id="{E1EF5891-B80A-4733-938E-DB54700812B8}"/>
              </a:ext>
            </a:extLst>
          </p:cNvPr>
          <p:cNvSpPr>
            <a:spLocks xmlns:a="http://schemas.openxmlformats.org/drawingml/2006/main" noGrp="1"/>
          </p:cNvSpPr>
          <p:nvPr/>
        </p:nvSpPr>
        <p:spPr>
          <a:xfrm xmlns:a="http://schemas.openxmlformats.org/drawingml/2006/main">
            <a:off x="6096000" y="2376736"/>
            <a:ext cx="1971675" cy="10112"/>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986A494-3A66-40B0-AEBE-3F0D03491FC9}"/>
              </a:ext>
            </a:extLst>
          </p:cNvPr>
          <p:cNvSpPr>
            <a:spLocks xmlns:a="http://schemas.openxmlformats.org/drawingml/2006/main" noGrp="1"/>
          </p:cNvSpPr>
          <p:nvPr/>
        </p:nvSpPr>
        <p:spPr>
          <a:xfrm xmlns:a="http://schemas.openxmlformats.org/drawingml/2006/main">
            <a:off x="6207223" y="2604252"/>
            <a:ext cx="839226" cy="323579"/>
          </a:xfrm>
          <a:prstGeom xmlns:a="http://schemas.openxmlformats.org/drawingml/2006/main" prst="roundRect">
            <a:avLst>
              <a:gd name="adj" fmla="val 17662"/>
            </a:avLst>
          </a:prstGeom>
          <a:solidFill xmlns:a="http://schemas.openxmlformats.org/drawingml/2006/main">
            <a:srgbClr val="E8F2E9"/>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B3EBCFF-8117-4BF4-9B60-30FF2B10F2EE}"/>
              </a:ext>
            </a:extLst>
          </p:cNvPr>
          <p:cNvSpPr>
            <a:spLocks xmlns:a="http://schemas.openxmlformats.org/drawingml/2006/main" noGrp="1"/>
          </p:cNvSpPr>
          <p:nvPr/>
        </p:nvSpPr>
        <p:spPr>
          <a:xfrm xmlns:a="http://schemas.openxmlformats.org/drawingml/2006/main">
            <a:off x="6278001" y="2705371"/>
            <a:ext cx="783614"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16" b="1">
                <a:solidFill>
                  <a:srgbClr val="207A5B"/>
                </a:solidFill>
                <a:latin typeface="Arial"/>
                <a:ea typeface="Arial"/>
                <a:cs typeface="Arial"/>
              </a:defRPr>
            </a:defPPr>
            <a:lvl1pPr>
              <a:defRPr sz="916" b="1">
                <a:solidFill>
                  <a:srgbClr val="207A5B"/>
                </a:solidFill>
                <a:latin typeface="Arial"/>
                <a:ea typeface="Arial"/>
                <a:cs typeface="Arial"/>
              </a:defRPr>
            </a:lvl1pPr>
            <a:lvl2pPr>
              <a:defRPr sz="916" b="1">
                <a:solidFill>
                  <a:srgbClr val="207A5B"/>
                </a:solidFill>
                <a:latin typeface="Arial"/>
                <a:ea typeface="Arial"/>
                <a:cs typeface="Arial"/>
              </a:defRPr>
            </a:lvl2pPr>
            <a:lvl3pPr>
              <a:defRPr sz="916" b="1">
                <a:solidFill>
                  <a:srgbClr val="207A5B"/>
                </a:solidFill>
                <a:latin typeface="Arial"/>
                <a:ea typeface="Arial"/>
                <a:cs typeface="Arial"/>
              </a:defRPr>
            </a:lvl3pPr>
            <a:lvl4pPr>
              <a:defRPr sz="916" b="1">
                <a:solidFill>
                  <a:srgbClr val="207A5B"/>
                </a:solidFill>
                <a:latin typeface="Arial"/>
                <a:ea typeface="Arial"/>
                <a:cs typeface="Arial"/>
              </a:defRPr>
            </a:lvl4pPr>
            <a:lvl5pPr>
              <a:defRPr sz="916" b="1">
                <a:solidFill>
                  <a:srgbClr val="207A5B"/>
                </a:solidFill>
                <a:latin typeface="Arial"/>
                <a:ea typeface="Arial"/>
                <a:cs typeface="Arial"/>
              </a:defRPr>
            </a:lvl5pPr>
            <a:lvl6pPr>
              <a:defRPr sz="916" b="1">
                <a:solidFill>
                  <a:srgbClr val="207A5B"/>
                </a:solidFill>
                <a:latin typeface="Arial"/>
                <a:ea typeface="Arial"/>
                <a:cs typeface="Arial"/>
              </a:defRPr>
            </a:lvl6pPr>
            <a:lvl7pPr>
              <a:defRPr sz="916" b="1">
                <a:solidFill>
                  <a:srgbClr val="207A5B"/>
                </a:solidFill>
                <a:latin typeface="Arial"/>
                <a:ea typeface="Arial"/>
                <a:cs typeface="Arial"/>
              </a:defRPr>
            </a:lvl7pPr>
            <a:lvl8pPr>
              <a:defRPr sz="916" b="1">
                <a:solidFill>
                  <a:srgbClr val="207A5B"/>
                </a:solidFill>
                <a:latin typeface="Arial"/>
                <a:ea typeface="Arial"/>
                <a:cs typeface="Arial"/>
              </a:defRPr>
            </a:lvl8pPr>
            <a:lvl9pPr>
              <a:defRPr sz="916" b="1">
                <a:solidFill>
                  <a:srgbClr val="207A5B"/>
                </a:solidFill>
                <a:latin typeface="Arial"/>
                <a:ea typeface="Arial"/>
                <a:cs typeface="Arial"/>
              </a:defRPr>
            </a:lvl9pPr>
          </a:lstStyle>
          <a:p xmlns:a="http://schemas.openxmlformats.org/drawingml/2006/main">
            <a:pPr>
              <a:defRPr sz="916" b="1">
                <a:solidFill>
                  <a:srgbClr val="207A5B"/>
                </a:solidFill>
                <a:latin typeface="Arial"/>
                <a:ea typeface="Arial"/>
                <a:cs typeface="Arial"/>
              </a:defRPr>
            </a:pPr>
            <a:r>
              <a:rPr sz="916" b="1">
                <a:solidFill>
                  <a:srgbClr val="207A5B"/>
                </a:solidFill>
                <a:latin typeface="Arial"/>
                <a:ea typeface="Arial"/>
                <a:cs typeface="Arial"/>
              </a:rPr>
              <a:t>Барлығы  21</a:t>
            </a:r>
          </a:p>
        </p:txBody>
      </p:sp>
      <p:sp>
        <p:nvSpPr>
          <p:cNvPr id="49" name="">
            <a:extLst xmlns:a="http://schemas.openxmlformats.org/drawingml/2006/main">
              <a:ext uri="{FF2B5EF4-FFF2-40B4-BE49-F238E27FC236}">
                <a16:creationId xmlns:a16="http://schemas.microsoft.com/office/drawing/2014/main" id="{2C44EDB7-C36B-4ED1-8D85-F7705886BEE8}"/>
              </a:ext>
            </a:extLst>
          </p:cNvPr>
          <p:cNvSpPr>
            <a:spLocks xmlns:a="http://schemas.openxmlformats.org/drawingml/2006/main" noGrp="1"/>
          </p:cNvSpPr>
          <p:nvPr/>
        </p:nvSpPr>
        <p:spPr>
          <a:xfrm xmlns:a="http://schemas.openxmlformats.org/drawingml/2006/main">
            <a:off x="7157671" y="2705371"/>
            <a:ext cx="839226"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76" b="0">
                <a:solidFill>
                  <a:srgbClr val="63776F"/>
                </a:solidFill>
                <a:latin typeface="Arial"/>
                <a:ea typeface="Arial"/>
                <a:cs typeface="Arial"/>
              </a:defRPr>
            </a:defPPr>
            <a:lvl1pPr>
              <a:defRPr sz="876" b="0">
                <a:solidFill>
                  <a:srgbClr val="63776F"/>
                </a:solidFill>
                <a:latin typeface="Arial"/>
                <a:ea typeface="Arial"/>
                <a:cs typeface="Arial"/>
              </a:defRPr>
            </a:lvl1pPr>
            <a:lvl2pPr>
              <a:defRPr sz="876" b="0">
                <a:solidFill>
                  <a:srgbClr val="63776F"/>
                </a:solidFill>
                <a:latin typeface="Arial"/>
                <a:ea typeface="Arial"/>
                <a:cs typeface="Arial"/>
              </a:defRPr>
            </a:lvl2pPr>
            <a:lvl3pPr>
              <a:defRPr sz="876" b="0">
                <a:solidFill>
                  <a:srgbClr val="63776F"/>
                </a:solidFill>
                <a:latin typeface="Arial"/>
                <a:ea typeface="Arial"/>
                <a:cs typeface="Arial"/>
              </a:defRPr>
            </a:lvl3pPr>
            <a:lvl4pPr>
              <a:defRPr sz="876" b="0">
                <a:solidFill>
                  <a:srgbClr val="63776F"/>
                </a:solidFill>
                <a:latin typeface="Arial"/>
                <a:ea typeface="Arial"/>
                <a:cs typeface="Arial"/>
              </a:defRPr>
            </a:lvl4pPr>
            <a:lvl5pPr>
              <a:defRPr sz="876" b="0">
                <a:solidFill>
                  <a:srgbClr val="63776F"/>
                </a:solidFill>
                <a:latin typeface="Arial"/>
                <a:ea typeface="Arial"/>
                <a:cs typeface="Arial"/>
              </a:defRPr>
            </a:lvl5pPr>
            <a:lvl6pPr>
              <a:defRPr sz="876" b="0">
                <a:solidFill>
                  <a:srgbClr val="63776F"/>
                </a:solidFill>
                <a:latin typeface="Arial"/>
                <a:ea typeface="Arial"/>
                <a:cs typeface="Arial"/>
              </a:defRPr>
            </a:lvl6pPr>
            <a:lvl7pPr>
              <a:defRPr sz="876" b="0">
                <a:solidFill>
                  <a:srgbClr val="63776F"/>
                </a:solidFill>
                <a:latin typeface="Arial"/>
                <a:ea typeface="Arial"/>
                <a:cs typeface="Arial"/>
              </a:defRPr>
            </a:lvl7pPr>
            <a:lvl8pPr>
              <a:defRPr sz="876" b="0">
                <a:solidFill>
                  <a:srgbClr val="63776F"/>
                </a:solidFill>
                <a:latin typeface="Arial"/>
                <a:ea typeface="Arial"/>
                <a:cs typeface="Arial"/>
              </a:defRPr>
            </a:lvl8pPr>
            <a:lvl9pPr>
              <a:defRPr sz="876" b="0">
                <a:solidFill>
                  <a:srgbClr val="63776F"/>
                </a:solidFill>
                <a:latin typeface="Arial"/>
                <a:ea typeface="Arial"/>
                <a:cs typeface="Arial"/>
              </a:defRPr>
            </a:lvl9pPr>
          </a:lstStyle>
          <a:p xmlns:a="http://schemas.openxmlformats.org/drawingml/2006/main">
            <a:pPr>
              <a:defRPr sz="876" b="0">
                <a:solidFill>
                  <a:srgbClr val="63776F"/>
                </a:solidFill>
                <a:latin typeface="Arial"/>
                <a:ea typeface="Arial"/>
                <a:cs typeface="Arial"/>
              </a:defRPr>
            </a:pPr>
            <a:r>
              <a:rPr sz="876" b="0">
                <a:solidFill>
                  <a:srgbClr val="63776F"/>
                </a:solidFill>
                <a:latin typeface="Arial"/>
                <a:ea typeface="Arial"/>
                <a:cs typeface="Arial"/>
              </a:rPr>
              <a:t>Оқылмаған  0</a:t>
            </a:r>
          </a:p>
        </p:txBody>
      </p:sp>
      <p:sp>
        <p:nvSpPr>
          <p:cNvPr id="50" name="">
            <a:extLst xmlns:a="http://schemas.openxmlformats.org/drawingml/2006/main">
              <a:ext uri="{FF2B5EF4-FFF2-40B4-BE49-F238E27FC236}">
                <a16:creationId xmlns:a16="http://schemas.microsoft.com/office/drawing/2014/main" id="{13BC820D-4937-469B-95CA-07AAD4D059EE}"/>
              </a:ext>
            </a:extLst>
          </p:cNvPr>
          <p:cNvSpPr>
            <a:spLocks xmlns:a="http://schemas.openxmlformats.org/drawingml/2006/main" noGrp="1"/>
          </p:cNvSpPr>
          <p:nvPr/>
        </p:nvSpPr>
        <p:spPr>
          <a:xfrm xmlns:a="http://schemas.openxmlformats.org/drawingml/2006/main">
            <a:off x="6207223" y="3241299"/>
            <a:ext cx="1749230" cy="1172974"/>
          </a:xfrm>
          <a:prstGeom xmlns:a="http://schemas.openxmlformats.org/drawingml/2006/main" prst="roundRect">
            <a:avLst>
              <a:gd name="adj" fmla="val 4872"/>
            </a:avLst>
          </a:prstGeom>
          <a:solidFill xmlns:a="http://schemas.openxmlformats.org/drawingml/2006/main">
            <a:srgbClr val="F4F7F3"/>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8E48E6F-7B22-472D-8D89-D7D81D6A2B54}"/>
              </a:ext>
            </a:extLst>
          </p:cNvPr>
          <p:cNvSpPr>
            <a:spLocks xmlns:a="http://schemas.openxmlformats.org/drawingml/2006/main" noGrp="1"/>
          </p:cNvSpPr>
          <p:nvPr/>
        </p:nvSpPr>
        <p:spPr>
          <a:xfrm xmlns:a="http://schemas.openxmlformats.org/drawingml/2006/main">
            <a:off x="6298223" y="3362641"/>
            <a:ext cx="1567229" cy="262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54" b="1">
                <a:solidFill>
                  <a:srgbClr val="103A30"/>
                </a:solidFill>
                <a:latin typeface="Arial"/>
                <a:ea typeface="Arial"/>
                <a:cs typeface="Arial"/>
              </a:defRPr>
            </a:defPPr>
            <a:lvl1pPr>
              <a:defRPr sz="1154" b="1">
                <a:solidFill>
                  <a:srgbClr val="103A30"/>
                </a:solidFill>
                <a:latin typeface="Arial"/>
                <a:ea typeface="Arial"/>
                <a:cs typeface="Arial"/>
              </a:defRPr>
            </a:lvl1pPr>
            <a:lvl2pPr>
              <a:defRPr sz="1154" b="1">
                <a:solidFill>
                  <a:srgbClr val="103A30"/>
                </a:solidFill>
                <a:latin typeface="Arial"/>
                <a:ea typeface="Arial"/>
                <a:cs typeface="Arial"/>
              </a:defRPr>
            </a:lvl2pPr>
            <a:lvl3pPr>
              <a:defRPr sz="1154" b="1">
                <a:solidFill>
                  <a:srgbClr val="103A30"/>
                </a:solidFill>
                <a:latin typeface="Arial"/>
                <a:ea typeface="Arial"/>
                <a:cs typeface="Arial"/>
              </a:defRPr>
            </a:lvl3pPr>
            <a:lvl4pPr>
              <a:defRPr sz="1154" b="1">
                <a:solidFill>
                  <a:srgbClr val="103A30"/>
                </a:solidFill>
                <a:latin typeface="Arial"/>
                <a:ea typeface="Arial"/>
                <a:cs typeface="Arial"/>
              </a:defRPr>
            </a:lvl4pPr>
            <a:lvl5pPr>
              <a:defRPr sz="1154" b="1">
                <a:solidFill>
                  <a:srgbClr val="103A30"/>
                </a:solidFill>
                <a:latin typeface="Arial"/>
                <a:ea typeface="Arial"/>
                <a:cs typeface="Arial"/>
              </a:defRPr>
            </a:lvl5pPr>
            <a:lvl6pPr>
              <a:defRPr sz="1154" b="1">
                <a:solidFill>
                  <a:srgbClr val="103A30"/>
                </a:solidFill>
                <a:latin typeface="Arial"/>
                <a:ea typeface="Arial"/>
                <a:cs typeface="Arial"/>
              </a:defRPr>
            </a:lvl6pPr>
            <a:lvl7pPr>
              <a:defRPr sz="1154" b="1">
                <a:solidFill>
                  <a:srgbClr val="103A30"/>
                </a:solidFill>
                <a:latin typeface="Arial"/>
                <a:ea typeface="Arial"/>
                <a:cs typeface="Arial"/>
              </a:defRPr>
            </a:lvl7pPr>
            <a:lvl8pPr>
              <a:defRPr sz="1154" b="1">
                <a:solidFill>
                  <a:srgbClr val="103A30"/>
                </a:solidFill>
                <a:latin typeface="Arial"/>
                <a:ea typeface="Arial"/>
                <a:cs typeface="Arial"/>
              </a:defRPr>
            </a:lvl8pPr>
            <a:lvl9pPr>
              <a:defRPr sz="1154" b="1">
                <a:solidFill>
                  <a:srgbClr val="103A30"/>
                </a:solidFill>
                <a:latin typeface="Arial"/>
                <a:ea typeface="Arial"/>
                <a:cs typeface="Arial"/>
              </a:defRPr>
            </a:lvl9pPr>
          </a:lstStyle>
          <a:p xmlns:a="http://schemas.openxmlformats.org/drawingml/2006/main">
            <a:pPr>
              <a:defRPr sz="1154" b="1">
                <a:solidFill>
                  <a:srgbClr val="103A30"/>
                </a:solidFill>
                <a:latin typeface="Arial"/>
                <a:ea typeface="Arial"/>
                <a:cs typeface="Arial"/>
              </a:defRPr>
            </a:pPr>
            <a:r>
              <a:rPr sz="1154" b="1">
                <a:solidFill>
                  <a:srgbClr val="103A30"/>
                </a:solidFill>
                <a:latin typeface="Arial"/>
                <a:ea typeface="Arial"/>
                <a:cs typeface="Arial"/>
              </a:rPr>
              <a:t>Курс аяқталды</a:t>
            </a:r>
          </a:p>
        </p:txBody>
      </p:sp>
      <p:sp>
        <p:nvSpPr>
          <p:cNvPr id="52" name="">
            <a:extLst xmlns:a="http://schemas.openxmlformats.org/drawingml/2006/main">
              <a:ext uri="{FF2B5EF4-FFF2-40B4-BE49-F238E27FC236}">
                <a16:creationId xmlns:a16="http://schemas.microsoft.com/office/drawing/2014/main" id="{8A230D1E-1518-4F30-A820-3766E3E3FCC8}"/>
              </a:ext>
            </a:extLst>
          </p:cNvPr>
          <p:cNvSpPr>
            <a:spLocks xmlns:a="http://schemas.openxmlformats.org/drawingml/2006/main" noGrp="1"/>
          </p:cNvSpPr>
          <p:nvPr/>
        </p:nvSpPr>
        <p:spPr>
          <a:xfrm xmlns:a="http://schemas.openxmlformats.org/drawingml/2006/main">
            <a:off x="6298223" y="3691276"/>
            <a:ext cx="1567229" cy="4449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0">
                <a:solidFill>
                  <a:srgbClr val="63776F"/>
                </a:solidFill>
                <a:latin typeface="Arial"/>
                <a:ea typeface="Arial"/>
                <a:cs typeface="Arial"/>
              </a:defRPr>
            </a:defPPr>
            <a:lvl1pPr>
              <a:defRPr sz="995" b="0">
                <a:solidFill>
                  <a:srgbClr val="63776F"/>
                </a:solidFill>
                <a:latin typeface="Arial"/>
                <a:ea typeface="Arial"/>
                <a:cs typeface="Arial"/>
              </a:defRPr>
            </a:lvl1pPr>
            <a:lvl2pPr>
              <a:defRPr sz="995" b="0">
                <a:solidFill>
                  <a:srgbClr val="63776F"/>
                </a:solidFill>
                <a:latin typeface="Arial"/>
                <a:ea typeface="Arial"/>
                <a:cs typeface="Arial"/>
              </a:defRPr>
            </a:lvl2pPr>
            <a:lvl3pPr>
              <a:defRPr sz="995" b="0">
                <a:solidFill>
                  <a:srgbClr val="63776F"/>
                </a:solidFill>
                <a:latin typeface="Arial"/>
                <a:ea typeface="Arial"/>
                <a:cs typeface="Arial"/>
              </a:defRPr>
            </a:lvl3pPr>
            <a:lvl4pPr>
              <a:defRPr sz="995" b="0">
                <a:solidFill>
                  <a:srgbClr val="63776F"/>
                </a:solidFill>
                <a:latin typeface="Arial"/>
                <a:ea typeface="Arial"/>
                <a:cs typeface="Arial"/>
              </a:defRPr>
            </a:lvl4pPr>
            <a:lvl5pPr>
              <a:defRPr sz="995" b="0">
                <a:solidFill>
                  <a:srgbClr val="63776F"/>
                </a:solidFill>
                <a:latin typeface="Arial"/>
                <a:ea typeface="Arial"/>
                <a:cs typeface="Arial"/>
              </a:defRPr>
            </a:lvl5pPr>
            <a:lvl6pPr>
              <a:defRPr sz="995" b="0">
                <a:solidFill>
                  <a:srgbClr val="63776F"/>
                </a:solidFill>
                <a:latin typeface="Arial"/>
                <a:ea typeface="Arial"/>
                <a:cs typeface="Arial"/>
              </a:defRPr>
            </a:lvl6pPr>
            <a:lvl7pPr>
              <a:defRPr sz="995" b="0">
                <a:solidFill>
                  <a:srgbClr val="63776F"/>
                </a:solidFill>
                <a:latin typeface="Arial"/>
                <a:ea typeface="Arial"/>
                <a:cs typeface="Arial"/>
              </a:defRPr>
            </a:lvl7pPr>
            <a:lvl8pPr>
              <a:defRPr sz="995" b="0">
                <a:solidFill>
                  <a:srgbClr val="63776F"/>
                </a:solidFill>
                <a:latin typeface="Arial"/>
                <a:ea typeface="Arial"/>
                <a:cs typeface="Arial"/>
              </a:defRPr>
            </a:lvl8pPr>
            <a:lvl9pPr>
              <a:defRPr sz="995" b="0">
                <a:solidFill>
                  <a:srgbClr val="63776F"/>
                </a:solidFill>
                <a:latin typeface="Arial"/>
                <a:ea typeface="Arial"/>
                <a:cs typeface="Arial"/>
              </a:defRPr>
            </a:lvl9pPr>
          </a:lstStyle>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Ақпараттық қауіпсіздік</a:t>
            </a:r>
          </a:p>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Нәтиже: 100% (5/5)</a:t>
            </a:r>
          </a:p>
        </p:txBody>
      </p:sp>
      <p:sp>
        <p:nvSpPr>
          <p:cNvPr id="53" name="">
            <a:extLst xmlns:a="http://schemas.openxmlformats.org/drawingml/2006/main">
              <a:ext uri="{FF2B5EF4-FFF2-40B4-BE49-F238E27FC236}">
                <a16:creationId xmlns:a16="http://schemas.microsoft.com/office/drawing/2014/main" id="{67D242E8-E268-47C3-BC03-13BA2C3B8FC2}"/>
              </a:ext>
            </a:extLst>
          </p:cNvPr>
          <p:cNvSpPr>
            <a:spLocks xmlns:a="http://schemas.openxmlformats.org/drawingml/2006/main" noGrp="1"/>
          </p:cNvSpPr>
          <p:nvPr/>
        </p:nvSpPr>
        <p:spPr>
          <a:xfrm xmlns:a="http://schemas.openxmlformats.org/drawingml/2006/main">
            <a:off x="6298223" y="4181701"/>
            <a:ext cx="1567229"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55" b="1">
                <a:solidFill>
                  <a:srgbClr val="207A5B"/>
                </a:solidFill>
                <a:latin typeface="Arial"/>
                <a:ea typeface="Arial"/>
                <a:cs typeface="Arial"/>
              </a:defRPr>
            </a:defPPr>
            <a:lvl1pPr>
              <a:defRPr sz="955" b="1">
                <a:solidFill>
                  <a:srgbClr val="207A5B"/>
                </a:solidFill>
                <a:latin typeface="Arial"/>
                <a:ea typeface="Arial"/>
                <a:cs typeface="Arial"/>
              </a:defRPr>
            </a:lvl1pPr>
            <a:lvl2pPr>
              <a:defRPr sz="955" b="1">
                <a:solidFill>
                  <a:srgbClr val="207A5B"/>
                </a:solidFill>
                <a:latin typeface="Arial"/>
                <a:ea typeface="Arial"/>
                <a:cs typeface="Arial"/>
              </a:defRPr>
            </a:lvl2pPr>
            <a:lvl3pPr>
              <a:defRPr sz="955" b="1">
                <a:solidFill>
                  <a:srgbClr val="207A5B"/>
                </a:solidFill>
                <a:latin typeface="Arial"/>
                <a:ea typeface="Arial"/>
                <a:cs typeface="Arial"/>
              </a:defRPr>
            </a:lvl3pPr>
            <a:lvl4pPr>
              <a:defRPr sz="955" b="1">
                <a:solidFill>
                  <a:srgbClr val="207A5B"/>
                </a:solidFill>
                <a:latin typeface="Arial"/>
                <a:ea typeface="Arial"/>
                <a:cs typeface="Arial"/>
              </a:defRPr>
            </a:lvl4pPr>
            <a:lvl5pPr>
              <a:defRPr sz="955" b="1">
                <a:solidFill>
                  <a:srgbClr val="207A5B"/>
                </a:solidFill>
                <a:latin typeface="Arial"/>
                <a:ea typeface="Arial"/>
                <a:cs typeface="Arial"/>
              </a:defRPr>
            </a:lvl5pPr>
            <a:lvl6pPr>
              <a:defRPr sz="955" b="1">
                <a:solidFill>
                  <a:srgbClr val="207A5B"/>
                </a:solidFill>
                <a:latin typeface="Arial"/>
                <a:ea typeface="Arial"/>
                <a:cs typeface="Arial"/>
              </a:defRPr>
            </a:lvl6pPr>
            <a:lvl7pPr>
              <a:defRPr sz="955" b="1">
                <a:solidFill>
                  <a:srgbClr val="207A5B"/>
                </a:solidFill>
                <a:latin typeface="Arial"/>
                <a:ea typeface="Arial"/>
                <a:cs typeface="Arial"/>
              </a:defRPr>
            </a:lvl7pPr>
            <a:lvl8pPr>
              <a:defRPr sz="955" b="1">
                <a:solidFill>
                  <a:srgbClr val="207A5B"/>
                </a:solidFill>
                <a:latin typeface="Arial"/>
                <a:ea typeface="Arial"/>
                <a:cs typeface="Arial"/>
              </a:defRPr>
            </a:lvl8pPr>
            <a:lvl9pPr>
              <a:defRPr sz="955" b="1">
                <a:solidFill>
                  <a:srgbClr val="207A5B"/>
                </a:solidFill>
                <a:latin typeface="Arial"/>
                <a:ea typeface="Arial"/>
                <a:cs typeface="Arial"/>
              </a:defRPr>
            </a:lvl9pPr>
          </a:lstStyle>
          <a:p xmlns:a="http://schemas.openxmlformats.org/drawingml/2006/main">
            <a:pPr>
              <a:defRPr sz="955" b="1">
                <a:solidFill>
                  <a:srgbClr val="207A5B"/>
                </a:solidFill>
                <a:latin typeface="Arial"/>
                <a:ea typeface="Arial"/>
                <a:cs typeface="Arial"/>
              </a:defRPr>
            </a:pPr>
            <a:r>
              <a:rPr sz="955" b="1">
                <a:solidFill>
                  <a:srgbClr val="207A5B"/>
                </a:solidFill>
                <a:latin typeface="Arial"/>
                <a:ea typeface="Arial"/>
                <a:cs typeface="Arial"/>
              </a:rPr>
              <a:t>Курсты ашу</a:t>
            </a:r>
          </a:p>
        </p:txBody>
      </p:sp>
      <p:sp>
        <p:nvSpPr>
          <p:cNvPr id="54" name="">
            <a:extLst xmlns:a="http://schemas.openxmlformats.org/drawingml/2006/main">
              <a:ext uri="{FF2B5EF4-FFF2-40B4-BE49-F238E27FC236}">
                <a16:creationId xmlns:a16="http://schemas.microsoft.com/office/drawing/2014/main" id="{75361820-FA96-45EE-A328-144627F3DC12}"/>
              </a:ext>
            </a:extLst>
          </p:cNvPr>
          <p:cNvSpPr>
            <a:spLocks xmlns:a="http://schemas.openxmlformats.org/drawingml/2006/main" noGrp="1"/>
          </p:cNvSpPr>
          <p:nvPr/>
        </p:nvSpPr>
        <p:spPr>
          <a:xfrm xmlns:a="http://schemas.openxmlformats.org/drawingml/2006/main">
            <a:off x="6207223" y="4641790"/>
            <a:ext cx="1749230" cy="1365100"/>
          </a:xfrm>
          <a:prstGeom xmlns:a="http://schemas.openxmlformats.org/drawingml/2006/main" prst="roundRect">
            <a:avLst>
              <a:gd name="adj" fmla="val 4187"/>
            </a:avLst>
          </a:prstGeom>
          <a:solidFill xmlns:a="http://schemas.openxmlformats.org/drawingml/2006/main">
            <a:srgbClr val="F4F7F3"/>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C7CF507-F28C-4599-9DFF-E17FCC3D9EC8}"/>
              </a:ext>
            </a:extLst>
          </p:cNvPr>
          <p:cNvSpPr>
            <a:spLocks xmlns:a="http://schemas.openxmlformats.org/drawingml/2006/main" noGrp="1"/>
          </p:cNvSpPr>
          <p:nvPr/>
        </p:nvSpPr>
        <p:spPr>
          <a:xfrm xmlns:a="http://schemas.openxmlformats.org/drawingml/2006/main">
            <a:off x="6298223" y="4778300"/>
            <a:ext cx="1567229" cy="4145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15" b="1">
                <a:solidFill>
                  <a:srgbClr val="103A30"/>
                </a:solidFill>
                <a:latin typeface="Arial"/>
                <a:ea typeface="Arial"/>
                <a:cs typeface="Arial"/>
              </a:defRPr>
            </a:defPPr>
            <a:lvl1pPr>
              <a:defRPr sz="1115" b="1">
                <a:solidFill>
                  <a:srgbClr val="103A30"/>
                </a:solidFill>
                <a:latin typeface="Arial"/>
                <a:ea typeface="Arial"/>
                <a:cs typeface="Arial"/>
              </a:defRPr>
            </a:lvl1pPr>
            <a:lvl2pPr>
              <a:defRPr sz="1115" b="1">
                <a:solidFill>
                  <a:srgbClr val="103A30"/>
                </a:solidFill>
                <a:latin typeface="Arial"/>
                <a:ea typeface="Arial"/>
                <a:cs typeface="Arial"/>
              </a:defRPr>
            </a:lvl2pPr>
            <a:lvl3pPr>
              <a:defRPr sz="1115" b="1">
                <a:solidFill>
                  <a:srgbClr val="103A30"/>
                </a:solidFill>
                <a:latin typeface="Arial"/>
                <a:ea typeface="Arial"/>
                <a:cs typeface="Arial"/>
              </a:defRPr>
            </a:lvl3pPr>
            <a:lvl4pPr>
              <a:defRPr sz="1115" b="1">
                <a:solidFill>
                  <a:srgbClr val="103A30"/>
                </a:solidFill>
                <a:latin typeface="Arial"/>
                <a:ea typeface="Arial"/>
                <a:cs typeface="Arial"/>
              </a:defRPr>
            </a:lvl4pPr>
            <a:lvl5pPr>
              <a:defRPr sz="1115" b="1">
                <a:solidFill>
                  <a:srgbClr val="103A30"/>
                </a:solidFill>
                <a:latin typeface="Arial"/>
                <a:ea typeface="Arial"/>
                <a:cs typeface="Arial"/>
              </a:defRPr>
            </a:lvl5pPr>
            <a:lvl6pPr>
              <a:defRPr sz="1115" b="1">
                <a:solidFill>
                  <a:srgbClr val="103A30"/>
                </a:solidFill>
                <a:latin typeface="Arial"/>
                <a:ea typeface="Arial"/>
                <a:cs typeface="Arial"/>
              </a:defRPr>
            </a:lvl6pPr>
            <a:lvl7pPr>
              <a:defRPr sz="1115" b="1">
                <a:solidFill>
                  <a:srgbClr val="103A30"/>
                </a:solidFill>
                <a:latin typeface="Arial"/>
                <a:ea typeface="Arial"/>
                <a:cs typeface="Arial"/>
              </a:defRPr>
            </a:lvl7pPr>
            <a:lvl8pPr>
              <a:defRPr sz="1115" b="1">
                <a:solidFill>
                  <a:srgbClr val="103A30"/>
                </a:solidFill>
                <a:latin typeface="Arial"/>
                <a:ea typeface="Arial"/>
                <a:cs typeface="Arial"/>
              </a:defRPr>
            </a:lvl8pPr>
            <a:lvl9pPr>
              <a:defRPr sz="1115" b="1">
                <a:solidFill>
                  <a:srgbClr val="103A30"/>
                </a:solidFill>
                <a:latin typeface="Arial"/>
                <a:ea typeface="Arial"/>
                <a:cs typeface="Arial"/>
              </a:defRPr>
            </a:lvl9pPr>
          </a:lstStyle>
          <a:p xmlns:a="http://schemas.openxmlformats.org/drawingml/2006/main">
            <a:pPr>
              <a:defRPr sz="1115" b="1">
                <a:solidFill>
                  <a:srgbClr val="103A30"/>
                </a:solidFill>
                <a:latin typeface="Arial"/>
                <a:ea typeface="Arial"/>
                <a:cs typeface="Arial"/>
              </a:defRPr>
            </a:pPr>
            <a:r>
              <a:rPr sz="1115" b="1">
                <a:solidFill>
                  <a:srgbClr val="103A30"/>
                </a:solidFill>
                <a:latin typeface="Arial"/>
                <a:ea typeface="Arial"/>
                <a:cs typeface="Arial"/>
              </a:rPr>
              <a:t>Демалыс мақұлданды</a:t>
            </a:r>
          </a:p>
        </p:txBody>
      </p:sp>
      <p:sp>
        <p:nvSpPr>
          <p:cNvPr id="56" name="">
            <a:extLst xmlns:a="http://schemas.openxmlformats.org/drawingml/2006/main">
              <a:ext uri="{FF2B5EF4-FFF2-40B4-BE49-F238E27FC236}">
                <a16:creationId xmlns:a16="http://schemas.microsoft.com/office/drawing/2014/main" id="{847BB34F-B5CB-454E-8A5F-F1C71B09CF03}"/>
              </a:ext>
            </a:extLst>
          </p:cNvPr>
          <p:cNvSpPr>
            <a:spLocks xmlns:a="http://schemas.openxmlformats.org/drawingml/2006/main" noGrp="1"/>
          </p:cNvSpPr>
          <p:nvPr/>
        </p:nvSpPr>
        <p:spPr>
          <a:xfrm xmlns:a="http://schemas.openxmlformats.org/drawingml/2006/main">
            <a:off x="6298223" y="5304116"/>
            <a:ext cx="1567229" cy="3943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0">
                <a:solidFill>
                  <a:srgbClr val="63776F"/>
                </a:solidFill>
                <a:latin typeface="Arial"/>
                <a:ea typeface="Arial"/>
                <a:cs typeface="Arial"/>
              </a:defRPr>
            </a:defPPr>
            <a:lvl1pPr>
              <a:defRPr sz="995" b="0">
                <a:solidFill>
                  <a:srgbClr val="63776F"/>
                </a:solidFill>
                <a:latin typeface="Arial"/>
                <a:ea typeface="Arial"/>
                <a:cs typeface="Arial"/>
              </a:defRPr>
            </a:lvl1pPr>
            <a:lvl2pPr>
              <a:defRPr sz="995" b="0">
                <a:solidFill>
                  <a:srgbClr val="63776F"/>
                </a:solidFill>
                <a:latin typeface="Arial"/>
                <a:ea typeface="Arial"/>
                <a:cs typeface="Arial"/>
              </a:defRPr>
            </a:lvl2pPr>
            <a:lvl3pPr>
              <a:defRPr sz="995" b="0">
                <a:solidFill>
                  <a:srgbClr val="63776F"/>
                </a:solidFill>
                <a:latin typeface="Arial"/>
                <a:ea typeface="Arial"/>
                <a:cs typeface="Arial"/>
              </a:defRPr>
            </a:lvl3pPr>
            <a:lvl4pPr>
              <a:defRPr sz="995" b="0">
                <a:solidFill>
                  <a:srgbClr val="63776F"/>
                </a:solidFill>
                <a:latin typeface="Arial"/>
                <a:ea typeface="Arial"/>
                <a:cs typeface="Arial"/>
              </a:defRPr>
            </a:lvl4pPr>
            <a:lvl5pPr>
              <a:defRPr sz="995" b="0">
                <a:solidFill>
                  <a:srgbClr val="63776F"/>
                </a:solidFill>
                <a:latin typeface="Arial"/>
                <a:ea typeface="Arial"/>
                <a:cs typeface="Arial"/>
              </a:defRPr>
            </a:lvl5pPr>
            <a:lvl6pPr>
              <a:defRPr sz="995" b="0">
                <a:solidFill>
                  <a:srgbClr val="63776F"/>
                </a:solidFill>
                <a:latin typeface="Arial"/>
                <a:ea typeface="Arial"/>
                <a:cs typeface="Arial"/>
              </a:defRPr>
            </a:lvl6pPr>
            <a:lvl7pPr>
              <a:defRPr sz="995" b="0">
                <a:solidFill>
                  <a:srgbClr val="63776F"/>
                </a:solidFill>
                <a:latin typeface="Arial"/>
                <a:ea typeface="Arial"/>
                <a:cs typeface="Arial"/>
              </a:defRPr>
            </a:lvl7pPr>
            <a:lvl8pPr>
              <a:defRPr sz="995" b="0">
                <a:solidFill>
                  <a:srgbClr val="63776F"/>
                </a:solidFill>
                <a:latin typeface="Arial"/>
                <a:ea typeface="Arial"/>
                <a:cs typeface="Arial"/>
              </a:defRPr>
            </a:lvl8pPr>
            <a:lvl9pPr>
              <a:defRPr sz="995" b="0">
                <a:solidFill>
                  <a:srgbClr val="63776F"/>
                </a:solidFill>
                <a:latin typeface="Arial"/>
                <a:ea typeface="Arial"/>
                <a:cs typeface="Arial"/>
              </a:defRPr>
            </a:lvl9pPr>
          </a:lstStyle>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JP-1040</a:t>
            </a:r>
          </a:p>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Оқылды</a:t>
            </a:r>
          </a:p>
        </p:txBody>
      </p:sp>
      <p:sp>
        <p:nvSpPr>
          <p:cNvPr id="57" name="">
            <a:extLst xmlns:a="http://schemas.openxmlformats.org/drawingml/2006/main">
              <a:ext uri="{FF2B5EF4-FFF2-40B4-BE49-F238E27FC236}">
                <a16:creationId xmlns:a16="http://schemas.microsoft.com/office/drawing/2014/main" id="{06B7E1F8-AC34-47C1-B830-CB15E9CF7C6C}"/>
              </a:ext>
            </a:extLst>
          </p:cNvPr>
          <p:cNvSpPr>
            <a:spLocks xmlns:a="http://schemas.openxmlformats.org/drawingml/2006/main" noGrp="1"/>
          </p:cNvSpPr>
          <p:nvPr/>
        </p:nvSpPr>
        <p:spPr>
          <a:xfrm xmlns:a="http://schemas.openxmlformats.org/drawingml/2006/main">
            <a:off x="6298223" y="5754093"/>
            <a:ext cx="1567229"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55" b="1">
                <a:solidFill>
                  <a:srgbClr val="207A5B"/>
                </a:solidFill>
                <a:latin typeface="Arial"/>
                <a:ea typeface="Arial"/>
                <a:cs typeface="Arial"/>
              </a:defRPr>
            </a:defPPr>
            <a:lvl1pPr>
              <a:defRPr sz="955" b="1">
                <a:solidFill>
                  <a:srgbClr val="207A5B"/>
                </a:solidFill>
                <a:latin typeface="Arial"/>
                <a:ea typeface="Arial"/>
                <a:cs typeface="Arial"/>
              </a:defRPr>
            </a:lvl1pPr>
            <a:lvl2pPr>
              <a:defRPr sz="955" b="1">
                <a:solidFill>
                  <a:srgbClr val="207A5B"/>
                </a:solidFill>
                <a:latin typeface="Arial"/>
                <a:ea typeface="Arial"/>
                <a:cs typeface="Arial"/>
              </a:defRPr>
            </a:lvl2pPr>
            <a:lvl3pPr>
              <a:defRPr sz="955" b="1">
                <a:solidFill>
                  <a:srgbClr val="207A5B"/>
                </a:solidFill>
                <a:latin typeface="Arial"/>
                <a:ea typeface="Arial"/>
                <a:cs typeface="Arial"/>
              </a:defRPr>
            </a:lvl3pPr>
            <a:lvl4pPr>
              <a:defRPr sz="955" b="1">
                <a:solidFill>
                  <a:srgbClr val="207A5B"/>
                </a:solidFill>
                <a:latin typeface="Arial"/>
                <a:ea typeface="Arial"/>
                <a:cs typeface="Arial"/>
              </a:defRPr>
            </a:lvl4pPr>
            <a:lvl5pPr>
              <a:defRPr sz="955" b="1">
                <a:solidFill>
                  <a:srgbClr val="207A5B"/>
                </a:solidFill>
                <a:latin typeface="Arial"/>
                <a:ea typeface="Arial"/>
                <a:cs typeface="Arial"/>
              </a:defRPr>
            </a:lvl5pPr>
            <a:lvl6pPr>
              <a:defRPr sz="955" b="1">
                <a:solidFill>
                  <a:srgbClr val="207A5B"/>
                </a:solidFill>
                <a:latin typeface="Arial"/>
                <a:ea typeface="Arial"/>
                <a:cs typeface="Arial"/>
              </a:defRPr>
            </a:lvl6pPr>
            <a:lvl7pPr>
              <a:defRPr sz="955" b="1">
                <a:solidFill>
                  <a:srgbClr val="207A5B"/>
                </a:solidFill>
                <a:latin typeface="Arial"/>
                <a:ea typeface="Arial"/>
                <a:cs typeface="Arial"/>
              </a:defRPr>
            </a:lvl7pPr>
            <a:lvl8pPr>
              <a:defRPr sz="955" b="1">
                <a:solidFill>
                  <a:srgbClr val="207A5B"/>
                </a:solidFill>
                <a:latin typeface="Arial"/>
                <a:ea typeface="Arial"/>
                <a:cs typeface="Arial"/>
              </a:defRPr>
            </a:lvl8pPr>
            <a:lvl9pPr>
              <a:defRPr sz="955" b="1">
                <a:solidFill>
                  <a:srgbClr val="207A5B"/>
                </a:solidFill>
                <a:latin typeface="Arial"/>
                <a:ea typeface="Arial"/>
                <a:cs typeface="Arial"/>
              </a:defRPr>
            </a:lvl9pPr>
          </a:lstStyle>
          <a:p xmlns:a="http://schemas.openxmlformats.org/drawingml/2006/main">
            <a:pPr>
              <a:defRPr sz="955" b="1">
                <a:solidFill>
                  <a:srgbClr val="207A5B"/>
                </a:solidFill>
                <a:latin typeface="Arial"/>
                <a:ea typeface="Arial"/>
                <a:cs typeface="Arial"/>
              </a:defRPr>
            </a:pPr>
            <a:r>
              <a:rPr sz="955" b="1">
                <a:solidFill>
                  <a:srgbClr val="207A5B"/>
                </a:solidFill>
                <a:latin typeface="Arial"/>
                <a:ea typeface="Arial"/>
                <a:cs typeface="Arial"/>
              </a:rPr>
              <a:t>Өтінімді ашу</a:t>
            </a:r>
          </a:p>
        </p:txBody>
      </p:sp>
      <p:sp>
        <p:nvSpPr>
          <p:cNvPr id="58" name="">
            <a:extLst xmlns:a="http://schemas.openxmlformats.org/drawingml/2006/main">
              <a:ext uri="{FF2B5EF4-FFF2-40B4-BE49-F238E27FC236}">
                <a16:creationId xmlns:a16="http://schemas.microsoft.com/office/drawing/2014/main" id="{50C341E2-B23B-4741-9413-1F8C0D755D67}"/>
              </a:ext>
            </a:extLst>
          </p:cNvPr>
          <p:cNvSpPr>
            <a:spLocks xmlns:a="http://schemas.openxmlformats.org/drawingml/2006/main" noGrp="1"/>
          </p:cNvSpPr>
          <p:nvPr/>
        </p:nvSpPr>
        <p:spPr>
          <a:xfrm xmlns:a="http://schemas.openxmlformats.org/drawingml/2006/main">
            <a:off x="609600" y="6667500"/>
            <a:ext cx="7048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63776F"/>
                </a:solidFill>
                <a:latin typeface="Arial"/>
                <a:ea typeface="Arial"/>
                <a:cs typeface="Arial"/>
              </a:defRPr>
            </a:defPPr>
            <a:lvl1pPr>
              <a:defRPr sz="975" b="0">
                <a:solidFill>
                  <a:srgbClr val="63776F"/>
                </a:solidFill>
                <a:latin typeface="Arial"/>
                <a:ea typeface="Arial"/>
                <a:cs typeface="Arial"/>
              </a:defRPr>
            </a:lvl1pPr>
            <a:lvl2pPr>
              <a:defRPr sz="975" b="0">
                <a:solidFill>
                  <a:srgbClr val="63776F"/>
                </a:solidFill>
                <a:latin typeface="Arial"/>
                <a:ea typeface="Arial"/>
                <a:cs typeface="Arial"/>
              </a:defRPr>
            </a:lvl2pPr>
            <a:lvl3pPr>
              <a:defRPr sz="975" b="0">
                <a:solidFill>
                  <a:srgbClr val="63776F"/>
                </a:solidFill>
                <a:latin typeface="Arial"/>
                <a:ea typeface="Arial"/>
                <a:cs typeface="Arial"/>
              </a:defRPr>
            </a:lvl3pPr>
            <a:lvl4pPr>
              <a:defRPr sz="975" b="0">
                <a:solidFill>
                  <a:srgbClr val="63776F"/>
                </a:solidFill>
                <a:latin typeface="Arial"/>
                <a:ea typeface="Arial"/>
                <a:cs typeface="Arial"/>
              </a:defRPr>
            </a:lvl4pPr>
            <a:lvl5pPr>
              <a:defRPr sz="975" b="0">
                <a:solidFill>
                  <a:srgbClr val="63776F"/>
                </a:solidFill>
                <a:latin typeface="Arial"/>
                <a:ea typeface="Arial"/>
                <a:cs typeface="Arial"/>
              </a:defRPr>
            </a:lvl5pPr>
            <a:lvl6pPr>
              <a:defRPr sz="975" b="0">
                <a:solidFill>
                  <a:srgbClr val="63776F"/>
                </a:solidFill>
                <a:latin typeface="Arial"/>
                <a:ea typeface="Arial"/>
                <a:cs typeface="Arial"/>
              </a:defRPr>
            </a:lvl6pPr>
            <a:lvl7pPr>
              <a:defRPr sz="975" b="0">
                <a:solidFill>
                  <a:srgbClr val="63776F"/>
                </a:solidFill>
                <a:latin typeface="Arial"/>
                <a:ea typeface="Arial"/>
                <a:cs typeface="Arial"/>
              </a:defRPr>
            </a:lvl7pPr>
            <a:lvl8pPr>
              <a:defRPr sz="975" b="0">
                <a:solidFill>
                  <a:srgbClr val="63776F"/>
                </a:solidFill>
                <a:latin typeface="Arial"/>
                <a:ea typeface="Arial"/>
                <a:cs typeface="Arial"/>
              </a:defRPr>
            </a:lvl8pPr>
            <a:lvl9pPr>
              <a:defRPr sz="975" b="0">
                <a:solidFill>
                  <a:srgbClr val="63776F"/>
                </a:solidFill>
                <a:latin typeface="Arial"/>
                <a:ea typeface="Arial"/>
                <a:cs typeface="Arial"/>
              </a:defRPr>
            </a:lvl9pPr>
          </a:lstStyle>
          <a:p xmlns:a="http://schemas.openxmlformats.org/drawingml/2006/main">
            <a:pPr>
              <a:defRPr sz="975" b="0">
                <a:solidFill>
                  <a:srgbClr val="63776F"/>
                </a:solidFill>
                <a:latin typeface="Arial"/>
                <a:ea typeface="Arial"/>
                <a:cs typeface="Arial"/>
              </a:defRPr>
            </a:pPr>
            <a:r>
              <a:rPr sz="975" b="0">
                <a:solidFill>
                  <a:srgbClr val="63776F"/>
                </a:solidFill>
                <a:latin typeface="Arial"/>
                <a:ea typeface="Arial"/>
                <a:cs typeface="Arial"/>
              </a:rPr>
              <a:t>Интерфейстің қазақша макеті</a:t>
            </a:r>
          </a:p>
        </p:txBody>
      </p:sp>
    </p:spTree>
    <p:extLst>
      <p:ext uri="{BB962C8B-B14F-4D97-AF65-F5344CB8AC3E}">
        <p14:creationId xmlns:p14="http://schemas.microsoft.com/office/powerpoint/2010/main" val="2059576346"/>
      </p:ext>
    </p:extLst>
  </p:cSld>
</p:sld>
</file>

<file path=ppt/slides/slide8.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3C4FF1CB-A23C-4F94-BE02-7EE5E7C34521}"/>
              </a:ext>
            </a:extLst>
          </p:cNvPr>
          <p:cNvCxnSpPr>
            <a:stCxn xmlns:a="http://schemas.openxmlformats.org/drawingml/2006/main" id="23" idx="3"/>
            <a:endCxn xmlns:a="http://schemas.openxmlformats.org/drawingml/2006/main" id="26" idx="1"/>
          </p:cNvCxnSpPr>
          <p:nvPr/>
        </p:nvCxnSpPr>
        <p:spPr>
          <a:xfrm xmlns:a="http://schemas.openxmlformats.org/drawingml/2006/main">
            <a:off x="7277100" y="5538788"/>
            <a:ext cx="1409700" cy="0"/>
          </a:xfrm>
          <a:prstGeom xmlns:a="http://schemas.openxmlformats.org/drawingml/2006/main" prst="straightConnector1">
            <a:avLst/>
          </a:prstGeom>
          <a:ln xmlns:a="http://schemas.openxmlformats.org/drawingml/2006/main" w="19050">
            <a:solidFill>
              <a:srgbClr val="C76338"/>
            </a:solidFill>
            <a:tailEnd type="triangle" w="med" len="med"/>
          </a:ln>
        </p:spPr>
      </p:cxnSp>
      <p:cxnSp>
        <p:nvCxnSpPr>
          <p:cNvPr id="3" name="">
            <a:extLst xmlns:a="http://schemas.openxmlformats.org/drawingml/2006/main">
              <a:ext uri="{FF2B5EF4-FFF2-40B4-BE49-F238E27FC236}">
                <a16:creationId xmlns:a16="http://schemas.microsoft.com/office/drawing/2014/main" id="{FC2DE516-403E-49C9-B020-AF69F4AB0BB4}"/>
              </a:ext>
            </a:extLst>
          </p:cNvPr>
          <p:cNvCxnSpPr>
            <a:stCxn xmlns:a="http://schemas.openxmlformats.org/drawingml/2006/main" id="20" idx="3"/>
            <a:endCxn xmlns:a="http://schemas.openxmlformats.org/drawingml/2006/main" id="23" idx="1"/>
          </p:cNvCxnSpPr>
          <p:nvPr/>
        </p:nvCxnSpPr>
        <p:spPr>
          <a:xfrm xmlns:a="http://schemas.openxmlformats.org/drawingml/2006/main">
            <a:off x="3276600" y="5538788"/>
            <a:ext cx="1143000" cy="0"/>
          </a:xfrm>
          <a:prstGeom xmlns:a="http://schemas.openxmlformats.org/drawingml/2006/main" prst="straightConnector1">
            <a:avLst/>
          </a:prstGeom>
          <a:ln xmlns:a="http://schemas.openxmlformats.org/drawingml/2006/main" w="19050">
            <a:solidFill>
              <a:srgbClr val="C76338"/>
            </a:solidFill>
            <a:tailEnd type="triangle" w="med" len="med"/>
          </a:ln>
        </p:spPr>
      </p:cxnSp>
      <p:cxnSp>
        <p:nvCxnSpPr>
          <p:cNvPr id="4" name="">
            <a:extLst xmlns:a="http://schemas.openxmlformats.org/drawingml/2006/main">
              <a:ext uri="{FF2B5EF4-FFF2-40B4-BE49-F238E27FC236}">
                <a16:creationId xmlns:a16="http://schemas.microsoft.com/office/drawing/2014/main" id="{8AC5B7F0-5BE4-431F-B670-C8B3CC6C568B}"/>
              </a:ext>
            </a:extLst>
          </p:cNvPr>
          <p:cNvCxnSpPr>
            <a:stCxn xmlns:a="http://schemas.openxmlformats.org/drawingml/2006/main" id="12" idx="3"/>
            <a:endCxn xmlns:a="http://schemas.openxmlformats.org/drawingml/2006/main" id="15" idx="1"/>
          </p:cNvCxnSpPr>
          <p:nvPr/>
        </p:nvCxnSpPr>
        <p:spPr>
          <a:xfrm xmlns:a="http://schemas.openxmlformats.org/drawingml/2006/main">
            <a:off x="7277100" y="3019425"/>
            <a:ext cx="1409700" cy="0"/>
          </a:xfrm>
          <a:prstGeom xmlns:a="http://schemas.openxmlformats.org/drawingml/2006/main" prst="straightConnector1">
            <a:avLst/>
          </a:prstGeom>
          <a:ln xmlns:a="http://schemas.openxmlformats.org/drawingml/2006/main" w="28575">
            <a:solidFill>
              <a:srgbClr val="207A5B"/>
            </a:solidFill>
            <a:tailEnd type="triangle" w="med" len="med"/>
          </a:ln>
        </p:spPr>
      </p:cxnSp>
      <p:cxnSp>
        <p:nvCxnSpPr>
          <p:cNvPr id="5" name="">
            <a:extLst xmlns:a="http://schemas.openxmlformats.org/drawingml/2006/main">
              <a:ext uri="{FF2B5EF4-FFF2-40B4-BE49-F238E27FC236}">
                <a16:creationId xmlns:a16="http://schemas.microsoft.com/office/drawing/2014/main" id="{945E0411-A2A2-455F-A4C5-ED0F46951228}"/>
              </a:ext>
            </a:extLst>
          </p:cNvPr>
          <p:cNvCxnSpPr>
            <a:stCxn xmlns:a="http://schemas.openxmlformats.org/drawingml/2006/main" id="9" idx="3"/>
            <a:endCxn xmlns:a="http://schemas.openxmlformats.org/drawingml/2006/main" id="12" idx="1"/>
          </p:cNvCxnSpPr>
          <p:nvPr/>
        </p:nvCxnSpPr>
        <p:spPr>
          <a:xfrm xmlns:a="http://schemas.openxmlformats.org/drawingml/2006/main">
            <a:off x="3276600" y="3019425"/>
            <a:ext cx="1143000" cy="0"/>
          </a:xfrm>
          <a:prstGeom xmlns:a="http://schemas.openxmlformats.org/drawingml/2006/main" prst="straightConnector1">
            <a:avLst/>
          </a:prstGeom>
          <a:ln xmlns:a="http://schemas.openxmlformats.org/drawingml/2006/main" w="28575">
            <a:solidFill>
              <a:srgbClr val="207A5B"/>
            </a:solidFill>
            <a:tailEnd type="triangle" w="med" len="med"/>
          </a:ln>
        </p:spPr>
      </p:cxnSp>
      <p:sp>
        <p:nvSpPr>
          <p:cNvPr id="6" name="">
            <a:extLst xmlns:a="http://schemas.openxmlformats.org/drawingml/2006/main">
              <a:ext uri="{FF2B5EF4-FFF2-40B4-BE49-F238E27FC236}">
                <a16:creationId xmlns:a16="http://schemas.microsoft.com/office/drawing/2014/main" id="{D1BB58DB-227F-424F-A3D6-3381619352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4DEC283F-261F-47F1-BEFD-BE4262F78904}"/>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Жергілікті MVP-ден</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корпоративтік жүйелерге.</a:t>
            </a:r>
          </a:p>
        </p:txBody>
      </p:sp>
      <p:sp>
        <p:nvSpPr>
          <p:cNvPr id="8" name="">
            <a:extLst xmlns:a="http://schemas.openxmlformats.org/drawingml/2006/main">
              <a:ext uri="{FF2B5EF4-FFF2-40B4-BE49-F238E27FC236}">
                <a16:creationId xmlns:a16="http://schemas.microsoft.com/office/drawing/2014/main" id="{6FDB66C1-80DB-4489-B950-15538DA422E2}"/>
              </a:ext>
            </a:extLst>
          </p:cNvPr>
          <p:cNvSpPr>
            <a:spLocks xmlns:a="http://schemas.openxmlformats.org/drawingml/2006/main" noGrp="1"/>
          </p:cNvSpPr>
          <p:nvPr/>
        </p:nvSpPr>
        <p:spPr>
          <a:xfrm xmlns:a="http://schemas.openxmlformats.org/drawingml/2006/main">
            <a:off x="609600" y="18954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207A5B"/>
                </a:solidFill>
                <a:latin typeface="Arial"/>
                <a:ea typeface="Arial"/>
                <a:cs typeface="Arial"/>
              </a:defRPr>
            </a:defPPr>
            <a:lvl1pPr>
              <a:defRPr sz="1350" b="1">
                <a:solidFill>
                  <a:srgbClr val="207A5B"/>
                </a:solidFill>
                <a:latin typeface="Arial"/>
                <a:ea typeface="Arial"/>
                <a:cs typeface="Arial"/>
              </a:defRPr>
            </a:lvl1pPr>
            <a:lvl2pPr>
              <a:defRPr sz="1350" b="1">
                <a:solidFill>
                  <a:srgbClr val="207A5B"/>
                </a:solidFill>
                <a:latin typeface="Arial"/>
                <a:ea typeface="Arial"/>
                <a:cs typeface="Arial"/>
              </a:defRPr>
            </a:lvl2pPr>
            <a:lvl3pPr>
              <a:defRPr sz="1350" b="1">
                <a:solidFill>
                  <a:srgbClr val="207A5B"/>
                </a:solidFill>
                <a:latin typeface="Arial"/>
                <a:ea typeface="Arial"/>
                <a:cs typeface="Arial"/>
              </a:defRPr>
            </a:lvl3pPr>
            <a:lvl4pPr>
              <a:defRPr sz="1350" b="1">
                <a:solidFill>
                  <a:srgbClr val="207A5B"/>
                </a:solidFill>
                <a:latin typeface="Arial"/>
                <a:ea typeface="Arial"/>
                <a:cs typeface="Arial"/>
              </a:defRPr>
            </a:lvl4pPr>
            <a:lvl5pPr>
              <a:defRPr sz="1350" b="1">
                <a:solidFill>
                  <a:srgbClr val="207A5B"/>
                </a:solidFill>
                <a:latin typeface="Arial"/>
                <a:ea typeface="Arial"/>
                <a:cs typeface="Arial"/>
              </a:defRPr>
            </a:lvl5pPr>
            <a:lvl6pPr>
              <a:defRPr sz="1350" b="1">
                <a:solidFill>
                  <a:srgbClr val="207A5B"/>
                </a:solidFill>
                <a:latin typeface="Arial"/>
                <a:ea typeface="Arial"/>
                <a:cs typeface="Arial"/>
              </a:defRPr>
            </a:lvl6pPr>
            <a:lvl7pPr>
              <a:defRPr sz="1350" b="1">
                <a:solidFill>
                  <a:srgbClr val="207A5B"/>
                </a:solidFill>
                <a:latin typeface="Arial"/>
                <a:ea typeface="Arial"/>
                <a:cs typeface="Arial"/>
              </a:defRPr>
            </a:lvl7pPr>
            <a:lvl8pPr>
              <a:defRPr sz="1350" b="1">
                <a:solidFill>
                  <a:srgbClr val="207A5B"/>
                </a:solidFill>
                <a:latin typeface="Arial"/>
                <a:ea typeface="Arial"/>
                <a:cs typeface="Arial"/>
              </a:defRPr>
            </a:lvl8pPr>
            <a:lvl9pPr>
              <a:defRPr sz="1350" b="1">
                <a:solidFill>
                  <a:srgbClr val="207A5B"/>
                </a:solidFill>
                <a:latin typeface="Arial"/>
                <a:ea typeface="Arial"/>
                <a:cs typeface="Arial"/>
              </a:defRPr>
            </a:lvl9pPr>
          </a:lstStyle>
          <a:p xmlns:a="http://schemas.openxmlformats.org/drawingml/2006/main">
            <a:pPr>
              <a:defRPr sz="1350" b="1">
                <a:solidFill>
                  <a:srgbClr val="207A5B"/>
                </a:solidFill>
                <a:latin typeface="Arial"/>
                <a:ea typeface="Arial"/>
                <a:cs typeface="Arial"/>
              </a:defRPr>
            </a:pPr>
            <a:r>
              <a:rPr sz="1350" b="1">
                <a:solidFill>
                  <a:srgbClr val="207A5B"/>
                </a:solidFill>
                <a:latin typeface="Arial"/>
                <a:ea typeface="Arial"/>
                <a:cs typeface="Arial"/>
              </a:rPr>
              <a:t>ҚАЗІР ЖҰМЫС ІСТЕЙДІ</a:t>
            </a:r>
          </a:p>
        </p:txBody>
      </p:sp>
      <p:sp>
        <p:nvSpPr>
          <p:cNvPr id="9" name="">
            <a:extLst xmlns:a="http://schemas.openxmlformats.org/drawingml/2006/main">
              <a:ext uri="{FF2B5EF4-FFF2-40B4-BE49-F238E27FC236}">
                <a16:creationId xmlns:a16="http://schemas.microsoft.com/office/drawing/2014/main" id="{A1F3000A-7FE3-4F5C-BAC9-778A6782A8A3}"/>
              </a:ext>
            </a:extLst>
          </p:cNvPr>
          <p:cNvSpPr>
            <a:spLocks xmlns:a="http://schemas.openxmlformats.org/drawingml/2006/main" noGrp="1"/>
          </p:cNvSpPr>
          <p:nvPr/>
        </p:nvSpPr>
        <p:spPr>
          <a:xfrm xmlns:a="http://schemas.openxmlformats.org/drawingml/2006/main">
            <a:off x="609600" y="2352675"/>
            <a:ext cx="2667000" cy="1333500"/>
          </a:xfrm>
          <a:prstGeom xmlns:a="http://schemas.openxmlformats.org/drawingml/2006/main" prst="rect">
            <a:avLst/>
          </a:prstGeom>
          <a:solidFill xmlns:a="http://schemas.openxmlformats.org/drawingml/2006/main">
            <a:srgbClr val="103A3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593D378-2ADE-465A-B1ED-2DD1E1CE311C}"/>
              </a:ext>
            </a:extLst>
          </p:cNvPr>
          <p:cNvSpPr>
            <a:spLocks xmlns:a="http://schemas.openxmlformats.org/drawingml/2006/main" noGrp="1"/>
          </p:cNvSpPr>
          <p:nvPr/>
        </p:nvSpPr>
        <p:spPr>
          <a:xfrm xmlns:a="http://schemas.openxmlformats.org/drawingml/2006/main">
            <a:off x="819150" y="2562225"/>
            <a:ext cx="2247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F3F4ED"/>
                </a:solidFill>
                <a:latin typeface="Arial"/>
                <a:ea typeface="Arial"/>
                <a:cs typeface="Arial"/>
              </a:defRPr>
            </a:defPPr>
            <a:lvl1pPr>
              <a:defRPr sz="2250" b="1">
                <a:solidFill>
                  <a:srgbClr val="F3F4ED"/>
                </a:solidFill>
                <a:latin typeface="Arial"/>
                <a:ea typeface="Arial"/>
                <a:cs typeface="Arial"/>
              </a:defRPr>
            </a:lvl1pPr>
            <a:lvl2pPr>
              <a:defRPr sz="2250" b="1">
                <a:solidFill>
                  <a:srgbClr val="F3F4ED"/>
                </a:solidFill>
                <a:latin typeface="Arial"/>
                <a:ea typeface="Arial"/>
                <a:cs typeface="Arial"/>
              </a:defRPr>
            </a:lvl2pPr>
            <a:lvl3pPr>
              <a:defRPr sz="2250" b="1">
                <a:solidFill>
                  <a:srgbClr val="F3F4ED"/>
                </a:solidFill>
                <a:latin typeface="Arial"/>
                <a:ea typeface="Arial"/>
                <a:cs typeface="Arial"/>
              </a:defRPr>
            </a:lvl3pPr>
            <a:lvl4pPr>
              <a:defRPr sz="2250" b="1">
                <a:solidFill>
                  <a:srgbClr val="F3F4ED"/>
                </a:solidFill>
                <a:latin typeface="Arial"/>
                <a:ea typeface="Arial"/>
                <a:cs typeface="Arial"/>
              </a:defRPr>
            </a:lvl4pPr>
            <a:lvl5pPr>
              <a:defRPr sz="2250" b="1">
                <a:solidFill>
                  <a:srgbClr val="F3F4ED"/>
                </a:solidFill>
                <a:latin typeface="Arial"/>
                <a:ea typeface="Arial"/>
                <a:cs typeface="Arial"/>
              </a:defRPr>
            </a:lvl5pPr>
            <a:lvl6pPr>
              <a:defRPr sz="2250" b="1">
                <a:solidFill>
                  <a:srgbClr val="F3F4ED"/>
                </a:solidFill>
                <a:latin typeface="Arial"/>
                <a:ea typeface="Arial"/>
                <a:cs typeface="Arial"/>
              </a:defRPr>
            </a:lvl6pPr>
            <a:lvl7pPr>
              <a:defRPr sz="2250" b="1">
                <a:solidFill>
                  <a:srgbClr val="F3F4ED"/>
                </a:solidFill>
                <a:latin typeface="Arial"/>
                <a:ea typeface="Arial"/>
                <a:cs typeface="Arial"/>
              </a:defRPr>
            </a:lvl7pPr>
            <a:lvl8pPr>
              <a:defRPr sz="2250" b="1">
                <a:solidFill>
                  <a:srgbClr val="F3F4ED"/>
                </a:solidFill>
                <a:latin typeface="Arial"/>
                <a:ea typeface="Arial"/>
                <a:cs typeface="Arial"/>
              </a:defRPr>
            </a:lvl8pPr>
            <a:lvl9pPr>
              <a:defRPr sz="2250" b="1">
                <a:solidFill>
                  <a:srgbClr val="F3F4ED"/>
                </a:solidFill>
                <a:latin typeface="Arial"/>
                <a:ea typeface="Arial"/>
                <a:cs typeface="Arial"/>
              </a:defRPr>
            </a:lvl9pPr>
          </a:lstStyle>
          <a:p xmlns:a="http://schemas.openxmlformats.org/drawingml/2006/main">
            <a:pPr>
              <a:defRPr sz="2250" b="1">
                <a:solidFill>
                  <a:srgbClr val="F3F4ED"/>
                </a:solidFill>
                <a:latin typeface="Arial"/>
                <a:ea typeface="Arial"/>
                <a:cs typeface="Arial"/>
              </a:defRPr>
            </a:pPr>
            <a:r>
              <a:rPr sz="2250" b="1">
                <a:solidFill>
                  <a:srgbClr val="F3F4ED"/>
                </a:solidFill>
                <a:latin typeface="Arial"/>
                <a:ea typeface="Arial"/>
                <a:cs typeface="Arial"/>
              </a:rPr>
              <a:t>React</a:t>
            </a:r>
          </a:p>
        </p:txBody>
      </p:sp>
      <p:sp>
        <p:nvSpPr>
          <p:cNvPr id="11" name="">
            <a:extLst xmlns:a="http://schemas.openxmlformats.org/drawingml/2006/main">
              <a:ext uri="{FF2B5EF4-FFF2-40B4-BE49-F238E27FC236}">
                <a16:creationId xmlns:a16="http://schemas.microsoft.com/office/drawing/2014/main" id="{C5A58475-F688-4ECE-A019-E74EFDDE9263}"/>
              </a:ext>
            </a:extLst>
          </p:cNvPr>
          <p:cNvSpPr>
            <a:spLocks xmlns:a="http://schemas.openxmlformats.org/drawingml/2006/main" noGrp="1"/>
          </p:cNvSpPr>
          <p:nvPr/>
        </p:nvSpPr>
        <p:spPr>
          <a:xfrm xmlns:a="http://schemas.openxmlformats.org/drawingml/2006/main">
            <a:off x="819150" y="3067050"/>
            <a:ext cx="2247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C9D8D1"/>
                </a:solidFill>
                <a:latin typeface="Arial"/>
                <a:ea typeface="Arial"/>
                <a:cs typeface="Arial"/>
              </a:defRPr>
            </a:defPPr>
            <a:lvl1pPr>
              <a:defRPr sz="1575" b="0">
                <a:solidFill>
                  <a:srgbClr val="C9D8D1"/>
                </a:solidFill>
                <a:latin typeface="Arial"/>
                <a:ea typeface="Arial"/>
                <a:cs typeface="Arial"/>
              </a:defRPr>
            </a:lvl1pPr>
            <a:lvl2pPr>
              <a:defRPr sz="1575" b="0">
                <a:solidFill>
                  <a:srgbClr val="C9D8D1"/>
                </a:solidFill>
                <a:latin typeface="Arial"/>
                <a:ea typeface="Arial"/>
                <a:cs typeface="Arial"/>
              </a:defRPr>
            </a:lvl2pPr>
            <a:lvl3pPr>
              <a:defRPr sz="1575" b="0">
                <a:solidFill>
                  <a:srgbClr val="C9D8D1"/>
                </a:solidFill>
                <a:latin typeface="Arial"/>
                <a:ea typeface="Arial"/>
                <a:cs typeface="Arial"/>
              </a:defRPr>
            </a:lvl3pPr>
            <a:lvl4pPr>
              <a:defRPr sz="1575" b="0">
                <a:solidFill>
                  <a:srgbClr val="C9D8D1"/>
                </a:solidFill>
                <a:latin typeface="Arial"/>
                <a:ea typeface="Arial"/>
                <a:cs typeface="Arial"/>
              </a:defRPr>
            </a:lvl4pPr>
            <a:lvl5pPr>
              <a:defRPr sz="1575" b="0">
                <a:solidFill>
                  <a:srgbClr val="C9D8D1"/>
                </a:solidFill>
                <a:latin typeface="Arial"/>
                <a:ea typeface="Arial"/>
                <a:cs typeface="Arial"/>
              </a:defRPr>
            </a:lvl5pPr>
            <a:lvl6pPr>
              <a:defRPr sz="1575" b="0">
                <a:solidFill>
                  <a:srgbClr val="C9D8D1"/>
                </a:solidFill>
                <a:latin typeface="Arial"/>
                <a:ea typeface="Arial"/>
                <a:cs typeface="Arial"/>
              </a:defRPr>
            </a:lvl6pPr>
            <a:lvl7pPr>
              <a:defRPr sz="1575" b="0">
                <a:solidFill>
                  <a:srgbClr val="C9D8D1"/>
                </a:solidFill>
                <a:latin typeface="Arial"/>
                <a:ea typeface="Arial"/>
                <a:cs typeface="Arial"/>
              </a:defRPr>
            </a:lvl7pPr>
            <a:lvl8pPr>
              <a:defRPr sz="1575" b="0">
                <a:solidFill>
                  <a:srgbClr val="C9D8D1"/>
                </a:solidFill>
                <a:latin typeface="Arial"/>
                <a:ea typeface="Arial"/>
                <a:cs typeface="Arial"/>
              </a:defRPr>
            </a:lvl8pPr>
            <a:lvl9pPr>
              <a:defRPr sz="1575" b="0">
                <a:solidFill>
                  <a:srgbClr val="C9D8D1"/>
                </a:solidFill>
                <a:latin typeface="Arial"/>
                <a:ea typeface="Arial"/>
                <a:cs typeface="Arial"/>
              </a:defRPr>
            </a:lvl9pPr>
          </a:lstStyle>
          <a:p xmlns:a="http://schemas.openxmlformats.org/drawingml/2006/main">
            <a:pPr>
              <a:defRPr sz="1575" b="0">
                <a:solidFill>
                  <a:srgbClr val="C9D8D1"/>
                </a:solidFill>
                <a:latin typeface="Arial"/>
                <a:ea typeface="Arial"/>
                <a:cs typeface="Arial"/>
              </a:defRPr>
            </a:pPr>
            <a:r>
              <a:rPr sz="1575" b="0">
                <a:solidFill>
                  <a:srgbClr val="C9D8D1"/>
                </a:solidFill>
                <a:latin typeface="Arial"/>
                <a:ea typeface="Arial"/>
                <a:cs typeface="Arial"/>
              </a:rPr>
              <a:t>TypeScript + Vite</a:t>
            </a:r>
          </a:p>
        </p:txBody>
      </p:sp>
      <p:sp>
        <p:nvSpPr>
          <p:cNvPr id="12" name="">
            <a:extLst xmlns:a="http://schemas.openxmlformats.org/drawingml/2006/main">
              <a:ext uri="{FF2B5EF4-FFF2-40B4-BE49-F238E27FC236}">
                <a16:creationId xmlns:a16="http://schemas.microsoft.com/office/drawing/2014/main" id="{4E7B797B-CE65-4FC3-9010-58F89E3ACE97}"/>
              </a:ext>
            </a:extLst>
          </p:cNvPr>
          <p:cNvSpPr>
            <a:spLocks xmlns:a="http://schemas.openxmlformats.org/drawingml/2006/main" noGrp="1"/>
          </p:cNvSpPr>
          <p:nvPr/>
        </p:nvSpPr>
        <p:spPr>
          <a:xfrm xmlns:a="http://schemas.openxmlformats.org/drawingml/2006/main">
            <a:off x="4419600" y="2352675"/>
            <a:ext cx="2857500" cy="1333500"/>
          </a:xfrm>
          <a:prstGeom xmlns:a="http://schemas.openxmlformats.org/drawingml/2006/main" prst="rect">
            <a:avLst/>
          </a:prstGeom>
          <a:solidFill xmlns:a="http://schemas.openxmlformats.org/drawingml/2006/main">
            <a:srgbClr val="103A3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8029012-3E5A-49BA-8294-A82AD8B9E0BA}"/>
              </a:ext>
            </a:extLst>
          </p:cNvPr>
          <p:cNvSpPr>
            <a:spLocks xmlns:a="http://schemas.openxmlformats.org/drawingml/2006/main" noGrp="1"/>
          </p:cNvSpPr>
          <p:nvPr/>
        </p:nvSpPr>
        <p:spPr>
          <a:xfrm xmlns:a="http://schemas.openxmlformats.org/drawingml/2006/main">
            <a:off x="4629150" y="2562225"/>
            <a:ext cx="2438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F3F4ED"/>
                </a:solidFill>
                <a:latin typeface="Arial"/>
                <a:ea typeface="Arial"/>
                <a:cs typeface="Arial"/>
              </a:defRPr>
            </a:defPPr>
            <a:lvl1pPr>
              <a:defRPr sz="2250" b="1">
                <a:solidFill>
                  <a:srgbClr val="F3F4ED"/>
                </a:solidFill>
                <a:latin typeface="Arial"/>
                <a:ea typeface="Arial"/>
                <a:cs typeface="Arial"/>
              </a:defRPr>
            </a:lvl1pPr>
            <a:lvl2pPr>
              <a:defRPr sz="2250" b="1">
                <a:solidFill>
                  <a:srgbClr val="F3F4ED"/>
                </a:solidFill>
                <a:latin typeface="Arial"/>
                <a:ea typeface="Arial"/>
                <a:cs typeface="Arial"/>
              </a:defRPr>
            </a:lvl2pPr>
            <a:lvl3pPr>
              <a:defRPr sz="2250" b="1">
                <a:solidFill>
                  <a:srgbClr val="F3F4ED"/>
                </a:solidFill>
                <a:latin typeface="Arial"/>
                <a:ea typeface="Arial"/>
                <a:cs typeface="Arial"/>
              </a:defRPr>
            </a:lvl3pPr>
            <a:lvl4pPr>
              <a:defRPr sz="2250" b="1">
                <a:solidFill>
                  <a:srgbClr val="F3F4ED"/>
                </a:solidFill>
                <a:latin typeface="Arial"/>
                <a:ea typeface="Arial"/>
                <a:cs typeface="Arial"/>
              </a:defRPr>
            </a:lvl4pPr>
            <a:lvl5pPr>
              <a:defRPr sz="2250" b="1">
                <a:solidFill>
                  <a:srgbClr val="F3F4ED"/>
                </a:solidFill>
                <a:latin typeface="Arial"/>
                <a:ea typeface="Arial"/>
                <a:cs typeface="Arial"/>
              </a:defRPr>
            </a:lvl5pPr>
            <a:lvl6pPr>
              <a:defRPr sz="2250" b="1">
                <a:solidFill>
                  <a:srgbClr val="F3F4ED"/>
                </a:solidFill>
                <a:latin typeface="Arial"/>
                <a:ea typeface="Arial"/>
                <a:cs typeface="Arial"/>
              </a:defRPr>
            </a:lvl6pPr>
            <a:lvl7pPr>
              <a:defRPr sz="2250" b="1">
                <a:solidFill>
                  <a:srgbClr val="F3F4ED"/>
                </a:solidFill>
                <a:latin typeface="Arial"/>
                <a:ea typeface="Arial"/>
                <a:cs typeface="Arial"/>
              </a:defRPr>
            </a:lvl7pPr>
            <a:lvl8pPr>
              <a:defRPr sz="2250" b="1">
                <a:solidFill>
                  <a:srgbClr val="F3F4ED"/>
                </a:solidFill>
                <a:latin typeface="Arial"/>
                <a:ea typeface="Arial"/>
                <a:cs typeface="Arial"/>
              </a:defRPr>
            </a:lvl8pPr>
            <a:lvl9pPr>
              <a:defRPr sz="2250" b="1">
                <a:solidFill>
                  <a:srgbClr val="F3F4ED"/>
                </a:solidFill>
                <a:latin typeface="Arial"/>
                <a:ea typeface="Arial"/>
                <a:cs typeface="Arial"/>
              </a:defRPr>
            </a:lvl9pPr>
          </a:lstStyle>
          <a:p xmlns:a="http://schemas.openxmlformats.org/drawingml/2006/main">
            <a:pPr>
              <a:defRPr sz="2250" b="1">
                <a:solidFill>
                  <a:srgbClr val="F3F4ED"/>
                </a:solidFill>
                <a:latin typeface="Arial"/>
                <a:ea typeface="Arial"/>
                <a:cs typeface="Arial"/>
              </a:defRPr>
            </a:pPr>
            <a:r>
              <a:rPr sz="2250" b="1">
                <a:solidFill>
                  <a:srgbClr val="F3F4ED"/>
                </a:solidFill>
                <a:latin typeface="Arial"/>
                <a:ea typeface="Arial"/>
                <a:cs typeface="Arial"/>
              </a:rPr>
              <a:t>Fastify + Node.js</a:t>
            </a:r>
          </a:p>
        </p:txBody>
      </p:sp>
      <p:sp>
        <p:nvSpPr>
          <p:cNvPr id="14" name="">
            <a:extLst xmlns:a="http://schemas.openxmlformats.org/drawingml/2006/main">
              <a:ext uri="{FF2B5EF4-FFF2-40B4-BE49-F238E27FC236}">
                <a16:creationId xmlns:a16="http://schemas.microsoft.com/office/drawing/2014/main" id="{FE99ADD6-8F1E-4ACF-9CBA-C047FF51B4A2}"/>
              </a:ext>
            </a:extLst>
          </p:cNvPr>
          <p:cNvSpPr>
            <a:spLocks xmlns:a="http://schemas.openxmlformats.org/drawingml/2006/main" noGrp="1"/>
          </p:cNvSpPr>
          <p:nvPr/>
        </p:nvSpPr>
        <p:spPr>
          <a:xfrm xmlns:a="http://schemas.openxmlformats.org/drawingml/2006/main">
            <a:off x="4629150" y="3067050"/>
            <a:ext cx="243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C9D8D1"/>
                </a:solidFill>
                <a:latin typeface="Arial"/>
                <a:ea typeface="Arial"/>
                <a:cs typeface="Arial"/>
              </a:defRPr>
            </a:defPPr>
            <a:lvl1pPr>
              <a:defRPr sz="1575" b="0">
                <a:solidFill>
                  <a:srgbClr val="C9D8D1"/>
                </a:solidFill>
                <a:latin typeface="Arial"/>
                <a:ea typeface="Arial"/>
                <a:cs typeface="Arial"/>
              </a:defRPr>
            </a:lvl1pPr>
            <a:lvl2pPr>
              <a:defRPr sz="1575" b="0">
                <a:solidFill>
                  <a:srgbClr val="C9D8D1"/>
                </a:solidFill>
                <a:latin typeface="Arial"/>
                <a:ea typeface="Arial"/>
                <a:cs typeface="Arial"/>
              </a:defRPr>
            </a:lvl2pPr>
            <a:lvl3pPr>
              <a:defRPr sz="1575" b="0">
                <a:solidFill>
                  <a:srgbClr val="C9D8D1"/>
                </a:solidFill>
                <a:latin typeface="Arial"/>
                <a:ea typeface="Arial"/>
                <a:cs typeface="Arial"/>
              </a:defRPr>
            </a:lvl3pPr>
            <a:lvl4pPr>
              <a:defRPr sz="1575" b="0">
                <a:solidFill>
                  <a:srgbClr val="C9D8D1"/>
                </a:solidFill>
                <a:latin typeface="Arial"/>
                <a:ea typeface="Arial"/>
                <a:cs typeface="Arial"/>
              </a:defRPr>
            </a:lvl4pPr>
            <a:lvl5pPr>
              <a:defRPr sz="1575" b="0">
                <a:solidFill>
                  <a:srgbClr val="C9D8D1"/>
                </a:solidFill>
                <a:latin typeface="Arial"/>
                <a:ea typeface="Arial"/>
                <a:cs typeface="Arial"/>
              </a:defRPr>
            </a:lvl5pPr>
            <a:lvl6pPr>
              <a:defRPr sz="1575" b="0">
                <a:solidFill>
                  <a:srgbClr val="C9D8D1"/>
                </a:solidFill>
                <a:latin typeface="Arial"/>
                <a:ea typeface="Arial"/>
                <a:cs typeface="Arial"/>
              </a:defRPr>
            </a:lvl6pPr>
            <a:lvl7pPr>
              <a:defRPr sz="1575" b="0">
                <a:solidFill>
                  <a:srgbClr val="C9D8D1"/>
                </a:solidFill>
                <a:latin typeface="Arial"/>
                <a:ea typeface="Arial"/>
                <a:cs typeface="Arial"/>
              </a:defRPr>
            </a:lvl7pPr>
            <a:lvl8pPr>
              <a:defRPr sz="1575" b="0">
                <a:solidFill>
                  <a:srgbClr val="C9D8D1"/>
                </a:solidFill>
                <a:latin typeface="Arial"/>
                <a:ea typeface="Arial"/>
                <a:cs typeface="Arial"/>
              </a:defRPr>
            </a:lvl8pPr>
            <a:lvl9pPr>
              <a:defRPr sz="1575" b="0">
                <a:solidFill>
                  <a:srgbClr val="C9D8D1"/>
                </a:solidFill>
                <a:latin typeface="Arial"/>
                <a:ea typeface="Arial"/>
                <a:cs typeface="Arial"/>
              </a:defRPr>
            </a:lvl9pPr>
          </a:lstStyle>
          <a:p xmlns:a="http://schemas.openxmlformats.org/drawingml/2006/main">
            <a:pPr>
              <a:defRPr sz="1575" b="0">
                <a:solidFill>
                  <a:srgbClr val="C9D8D1"/>
                </a:solidFill>
                <a:latin typeface="Arial"/>
                <a:ea typeface="Arial"/>
                <a:cs typeface="Arial"/>
              </a:defRPr>
            </a:pPr>
            <a:r>
              <a:rPr sz="1575" b="0">
                <a:solidFill>
                  <a:srgbClr val="C9D8D1"/>
                </a:solidFill>
                <a:latin typeface="Arial"/>
                <a:ea typeface="Arial"/>
                <a:cs typeface="Arial"/>
              </a:rPr>
              <a:t>Рөлдер мен бизнес ережелер</a:t>
            </a:r>
          </a:p>
        </p:txBody>
      </p:sp>
      <p:sp>
        <p:nvSpPr>
          <p:cNvPr id="15" name="">
            <a:extLst xmlns:a="http://schemas.openxmlformats.org/drawingml/2006/main">
              <a:ext uri="{FF2B5EF4-FFF2-40B4-BE49-F238E27FC236}">
                <a16:creationId xmlns:a16="http://schemas.microsoft.com/office/drawing/2014/main" id="{9176F5C0-FA9D-4A91-A210-DE150E050457}"/>
              </a:ext>
            </a:extLst>
          </p:cNvPr>
          <p:cNvSpPr>
            <a:spLocks xmlns:a="http://schemas.openxmlformats.org/drawingml/2006/main" noGrp="1"/>
          </p:cNvSpPr>
          <p:nvPr/>
        </p:nvSpPr>
        <p:spPr>
          <a:xfrm xmlns:a="http://schemas.openxmlformats.org/drawingml/2006/main">
            <a:off x="8686800" y="2352675"/>
            <a:ext cx="2857500" cy="1333500"/>
          </a:xfrm>
          <a:prstGeom xmlns:a="http://schemas.openxmlformats.org/drawingml/2006/main" prst="rect">
            <a:avLst/>
          </a:prstGeom>
          <a:solidFill xmlns:a="http://schemas.openxmlformats.org/drawingml/2006/main">
            <a:srgbClr val="103A3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30105C5-1B5A-4561-9E74-F7A01AB4DB62}"/>
              </a:ext>
            </a:extLst>
          </p:cNvPr>
          <p:cNvSpPr>
            <a:spLocks xmlns:a="http://schemas.openxmlformats.org/drawingml/2006/main" noGrp="1"/>
          </p:cNvSpPr>
          <p:nvPr/>
        </p:nvSpPr>
        <p:spPr>
          <a:xfrm xmlns:a="http://schemas.openxmlformats.org/drawingml/2006/main">
            <a:off x="8896350" y="2562225"/>
            <a:ext cx="2438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F3F4ED"/>
                </a:solidFill>
                <a:latin typeface="Arial"/>
                <a:ea typeface="Arial"/>
                <a:cs typeface="Arial"/>
              </a:defRPr>
            </a:defPPr>
            <a:lvl1pPr>
              <a:defRPr sz="2250" b="1">
                <a:solidFill>
                  <a:srgbClr val="F3F4ED"/>
                </a:solidFill>
                <a:latin typeface="Arial"/>
                <a:ea typeface="Arial"/>
                <a:cs typeface="Arial"/>
              </a:defRPr>
            </a:lvl1pPr>
            <a:lvl2pPr>
              <a:defRPr sz="2250" b="1">
                <a:solidFill>
                  <a:srgbClr val="F3F4ED"/>
                </a:solidFill>
                <a:latin typeface="Arial"/>
                <a:ea typeface="Arial"/>
                <a:cs typeface="Arial"/>
              </a:defRPr>
            </a:lvl2pPr>
            <a:lvl3pPr>
              <a:defRPr sz="2250" b="1">
                <a:solidFill>
                  <a:srgbClr val="F3F4ED"/>
                </a:solidFill>
                <a:latin typeface="Arial"/>
                <a:ea typeface="Arial"/>
                <a:cs typeface="Arial"/>
              </a:defRPr>
            </a:lvl3pPr>
            <a:lvl4pPr>
              <a:defRPr sz="2250" b="1">
                <a:solidFill>
                  <a:srgbClr val="F3F4ED"/>
                </a:solidFill>
                <a:latin typeface="Arial"/>
                <a:ea typeface="Arial"/>
                <a:cs typeface="Arial"/>
              </a:defRPr>
            </a:lvl4pPr>
            <a:lvl5pPr>
              <a:defRPr sz="2250" b="1">
                <a:solidFill>
                  <a:srgbClr val="F3F4ED"/>
                </a:solidFill>
                <a:latin typeface="Arial"/>
                <a:ea typeface="Arial"/>
                <a:cs typeface="Arial"/>
              </a:defRPr>
            </a:lvl5pPr>
            <a:lvl6pPr>
              <a:defRPr sz="2250" b="1">
                <a:solidFill>
                  <a:srgbClr val="F3F4ED"/>
                </a:solidFill>
                <a:latin typeface="Arial"/>
                <a:ea typeface="Arial"/>
                <a:cs typeface="Arial"/>
              </a:defRPr>
            </a:lvl6pPr>
            <a:lvl7pPr>
              <a:defRPr sz="2250" b="1">
                <a:solidFill>
                  <a:srgbClr val="F3F4ED"/>
                </a:solidFill>
                <a:latin typeface="Arial"/>
                <a:ea typeface="Arial"/>
                <a:cs typeface="Arial"/>
              </a:defRPr>
            </a:lvl7pPr>
            <a:lvl8pPr>
              <a:defRPr sz="2250" b="1">
                <a:solidFill>
                  <a:srgbClr val="F3F4ED"/>
                </a:solidFill>
                <a:latin typeface="Arial"/>
                <a:ea typeface="Arial"/>
                <a:cs typeface="Arial"/>
              </a:defRPr>
            </a:lvl8pPr>
            <a:lvl9pPr>
              <a:defRPr sz="2250" b="1">
                <a:solidFill>
                  <a:srgbClr val="F3F4ED"/>
                </a:solidFill>
                <a:latin typeface="Arial"/>
                <a:ea typeface="Arial"/>
                <a:cs typeface="Arial"/>
              </a:defRPr>
            </a:lvl9pPr>
          </a:lstStyle>
          <a:p xmlns:a="http://schemas.openxmlformats.org/drawingml/2006/main">
            <a:pPr>
              <a:defRPr sz="2250" b="1">
                <a:solidFill>
                  <a:srgbClr val="F3F4ED"/>
                </a:solidFill>
                <a:latin typeface="Arial"/>
                <a:ea typeface="Arial"/>
                <a:cs typeface="Arial"/>
              </a:defRPr>
            </a:pPr>
            <a:r>
              <a:rPr sz="2250" b="1">
                <a:solidFill>
                  <a:srgbClr val="F3F4ED"/>
                </a:solidFill>
                <a:latin typeface="Arial"/>
                <a:ea typeface="Arial"/>
                <a:cs typeface="Arial"/>
              </a:rPr>
              <a:t>PostgreSQL</a:t>
            </a:r>
          </a:p>
        </p:txBody>
      </p:sp>
      <p:sp>
        <p:nvSpPr>
          <p:cNvPr id="17" name="">
            <a:extLst xmlns:a="http://schemas.openxmlformats.org/drawingml/2006/main">
              <a:ext uri="{FF2B5EF4-FFF2-40B4-BE49-F238E27FC236}">
                <a16:creationId xmlns:a16="http://schemas.microsoft.com/office/drawing/2014/main" id="{FBA8E158-5BF2-4952-94B5-23289A987D15}"/>
              </a:ext>
            </a:extLst>
          </p:cNvPr>
          <p:cNvSpPr>
            <a:spLocks xmlns:a="http://schemas.openxmlformats.org/drawingml/2006/main" noGrp="1"/>
          </p:cNvSpPr>
          <p:nvPr/>
        </p:nvSpPr>
        <p:spPr>
          <a:xfrm xmlns:a="http://schemas.openxmlformats.org/drawingml/2006/main">
            <a:off x="8896350" y="3067050"/>
            <a:ext cx="243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C9D8D1"/>
                </a:solidFill>
                <a:latin typeface="Arial"/>
                <a:ea typeface="Arial"/>
                <a:cs typeface="Arial"/>
              </a:defRPr>
            </a:defPPr>
            <a:lvl1pPr>
              <a:defRPr sz="1575" b="0">
                <a:solidFill>
                  <a:srgbClr val="C9D8D1"/>
                </a:solidFill>
                <a:latin typeface="Arial"/>
                <a:ea typeface="Arial"/>
                <a:cs typeface="Arial"/>
              </a:defRPr>
            </a:lvl1pPr>
            <a:lvl2pPr>
              <a:defRPr sz="1575" b="0">
                <a:solidFill>
                  <a:srgbClr val="C9D8D1"/>
                </a:solidFill>
                <a:latin typeface="Arial"/>
                <a:ea typeface="Arial"/>
                <a:cs typeface="Arial"/>
              </a:defRPr>
            </a:lvl2pPr>
            <a:lvl3pPr>
              <a:defRPr sz="1575" b="0">
                <a:solidFill>
                  <a:srgbClr val="C9D8D1"/>
                </a:solidFill>
                <a:latin typeface="Arial"/>
                <a:ea typeface="Arial"/>
                <a:cs typeface="Arial"/>
              </a:defRPr>
            </a:lvl3pPr>
            <a:lvl4pPr>
              <a:defRPr sz="1575" b="0">
                <a:solidFill>
                  <a:srgbClr val="C9D8D1"/>
                </a:solidFill>
                <a:latin typeface="Arial"/>
                <a:ea typeface="Arial"/>
                <a:cs typeface="Arial"/>
              </a:defRPr>
            </a:lvl4pPr>
            <a:lvl5pPr>
              <a:defRPr sz="1575" b="0">
                <a:solidFill>
                  <a:srgbClr val="C9D8D1"/>
                </a:solidFill>
                <a:latin typeface="Arial"/>
                <a:ea typeface="Arial"/>
                <a:cs typeface="Arial"/>
              </a:defRPr>
            </a:lvl5pPr>
            <a:lvl6pPr>
              <a:defRPr sz="1575" b="0">
                <a:solidFill>
                  <a:srgbClr val="C9D8D1"/>
                </a:solidFill>
                <a:latin typeface="Arial"/>
                <a:ea typeface="Arial"/>
                <a:cs typeface="Arial"/>
              </a:defRPr>
            </a:lvl6pPr>
            <a:lvl7pPr>
              <a:defRPr sz="1575" b="0">
                <a:solidFill>
                  <a:srgbClr val="C9D8D1"/>
                </a:solidFill>
                <a:latin typeface="Arial"/>
                <a:ea typeface="Arial"/>
                <a:cs typeface="Arial"/>
              </a:defRPr>
            </a:lvl7pPr>
            <a:lvl8pPr>
              <a:defRPr sz="1575" b="0">
                <a:solidFill>
                  <a:srgbClr val="C9D8D1"/>
                </a:solidFill>
                <a:latin typeface="Arial"/>
                <a:ea typeface="Arial"/>
                <a:cs typeface="Arial"/>
              </a:defRPr>
            </a:lvl8pPr>
            <a:lvl9pPr>
              <a:defRPr sz="1575" b="0">
                <a:solidFill>
                  <a:srgbClr val="C9D8D1"/>
                </a:solidFill>
                <a:latin typeface="Arial"/>
                <a:ea typeface="Arial"/>
                <a:cs typeface="Arial"/>
              </a:defRPr>
            </a:lvl9pPr>
          </a:lstStyle>
          <a:p xmlns:a="http://schemas.openxmlformats.org/drawingml/2006/main">
            <a:pPr>
              <a:defRPr sz="1575" b="0">
                <a:solidFill>
                  <a:srgbClr val="C9D8D1"/>
                </a:solidFill>
                <a:latin typeface="Arial"/>
                <a:ea typeface="Arial"/>
                <a:cs typeface="Arial"/>
              </a:defRPr>
            </a:pPr>
            <a:r>
              <a:rPr sz="1575" b="0">
                <a:solidFill>
                  <a:srgbClr val="C9D8D1"/>
                </a:solidFill>
                <a:latin typeface="Arial"/>
                <a:ea typeface="Arial"/>
                <a:cs typeface="Arial"/>
              </a:rPr>
              <a:t>Деректер мен тарих</a:t>
            </a:r>
          </a:p>
        </p:txBody>
      </p:sp>
      <p:sp>
        <p:nvSpPr>
          <p:cNvPr id="18" name="">
            <a:extLst xmlns:a="http://schemas.openxmlformats.org/drawingml/2006/main">
              <a:ext uri="{FF2B5EF4-FFF2-40B4-BE49-F238E27FC236}">
                <a16:creationId xmlns:a16="http://schemas.microsoft.com/office/drawing/2014/main" id="{14642894-AFB9-46AC-A84B-868393EF5C1C}"/>
              </a:ext>
            </a:extLst>
          </p:cNvPr>
          <p:cNvSpPr>
            <a:spLocks xmlns:a="http://schemas.openxmlformats.org/drawingml/2006/main" noGrp="1"/>
          </p:cNvSpPr>
          <p:nvPr/>
        </p:nvSpPr>
        <p:spPr>
          <a:xfrm xmlns:a="http://schemas.openxmlformats.org/drawingml/2006/main">
            <a:off x="609600" y="4095750"/>
            <a:ext cx="1093470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E551C5-9BDC-4350-BBBD-873A4B574C3B}"/>
              </a:ext>
            </a:extLst>
          </p:cNvPr>
          <p:cNvSpPr>
            <a:spLocks xmlns:a="http://schemas.openxmlformats.org/drawingml/2006/main" noGrp="1"/>
          </p:cNvSpPr>
          <p:nvPr/>
        </p:nvSpPr>
        <p:spPr>
          <a:xfrm xmlns:a="http://schemas.openxmlformats.org/drawingml/2006/main">
            <a:off x="609600" y="42672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C76338"/>
                </a:solidFill>
                <a:latin typeface="Arial"/>
                <a:ea typeface="Arial"/>
                <a:cs typeface="Arial"/>
              </a:defRPr>
            </a:defPPr>
            <a:lvl1pPr>
              <a:defRPr sz="1275" b="1">
                <a:solidFill>
                  <a:srgbClr val="C76338"/>
                </a:solidFill>
                <a:latin typeface="Arial"/>
                <a:ea typeface="Arial"/>
                <a:cs typeface="Arial"/>
              </a:defRPr>
            </a:lvl1pPr>
            <a:lvl2pPr>
              <a:defRPr sz="1275" b="1">
                <a:solidFill>
                  <a:srgbClr val="C76338"/>
                </a:solidFill>
                <a:latin typeface="Arial"/>
                <a:ea typeface="Arial"/>
                <a:cs typeface="Arial"/>
              </a:defRPr>
            </a:lvl2pPr>
            <a:lvl3pPr>
              <a:defRPr sz="1275" b="1">
                <a:solidFill>
                  <a:srgbClr val="C76338"/>
                </a:solidFill>
                <a:latin typeface="Arial"/>
                <a:ea typeface="Arial"/>
                <a:cs typeface="Arial"/>
              </a:defRPr>
            </a:lvl3pPr>
            <a:lvl4pPr>
              <a:defRPr sz="1275" b="1">
                <a:solidFill>
                  <a:srgbClr val="C76338"/>
                </a:solidFill>
                <a:latin typeface="Arial"/>
                <a:ea typeface="Arial"/>
                <a:cs typeface="Arial"/>
              </a:defRPr>
            </a:lvl4pPr>
            <a:lvl5pPr>
              <a:defRPr sz="1275" b="1">
                <a:solidFill>
                  <a:srgbClr val="C76338"/>
                </a:solidFill>
                <a:latin typeface="Arial"/>
                <a:ea typeface="Arial"/>
                <a:cs typeface="Arial"/>
              </a:defRPr>
            </a:lvl5pPr>
            <a:lvl6pPr>
              <a:defRPr sz="1275" b="1">
                <a:solidFill>
                  <a:srgbClr val="C76338"/>
                </a:solidFill>
                <a:latin typeface="Arial"/>
                <a:ea typeface="Arial"/>
                <a:cs typeface="Arial"/>
              </a:defRPr>
            </a:lvl6pPr>
            <a:lvl7pPr>
              <a:defRPr sz="1275" b="1">
                <a:solidFill>
                  <a:srgbClr val="C76338"/>
                </a:solidFill>
                <a:latin typeface="Arial"/>
                <a:ea typeface="Arial"/>
                <a:cs typeface="Arial"/>
              </a:defRPr>
            </a:lvl7pPr>
            <a:lvl8pPr>
              <a:defRPr sz="1275" b="1">
                <a:solidFill>
                  <a:srgbClr val="C76338"/>
                </a:solidFill>
                <a:latin typeface="Arial"/>
                <a:ea typeface="Arial"/>
                <a:cs typeface="Arial"/>
              </a:defRPr>
            </a:lvl8pPr>
            <a:lvl9pPr>
              <a:defRPr sz="1275" b="1">
                <a:solidFill>
                  <a:srgbClr val="C76338"/>
                </a:solidFill>
                <a:latin typeface="Arial"/>
                <a:ea typeface="Arial"/>
                <a:cs typeface="Arial"/>
              </a:defRPr>
            </a:lvl9pPr>
          </a:lstStyle>
          <a:p xmlns:a="http://schemas.openxmlformats.org/drawingml/2006/main">
            <a:pPr>
              <a:defRPr sz="1275" b="1">
                <a:solidFill>
                  <a:srgbClr val="C76338"/>
                </a:solidFill>
                <a:latin typeface="Arial"/>
                <a:ea typeface="Arial"/>
                <a:cs typeface="Arial"/>
              </a:defRPr>
            </a:pPr>
            <a:r>
              <a:rPr sz="1275" b="1">
                <a:solidFill>
                  <a:srgbClr val="C76338"/>
                </a:solidFill>
                <a:latin typeface="Arial"/>
                <a:ea typeface="Arial"/>
                <a:cs typeface="Arial"/>
              </a:rPr>
              <a:t>БОЛАШАҚ ИНТЕГРАЦИЯЛАР</a:t>
            </a:r>
          </a:p>
          <a:p xmlns:a="http://schemas.openxmlformats.org/drawingml/2006/main">
            <a:pPr>
              <a:defRPr sz="1275" b="1">
                <a:solidFill>
                  <a:srgbClr val="C76338"/>
                </a:solidFill>
                <a:latin typeface="Arial"/>
                <a:ea typeface="Arial"/>
                <a:cs typeface="Arial"/>
              </a:defRPr>
            </a:pPr>
            <a:r>
              <a:rPr sz="1275" b="1">
                <a:solidFill>
                  <a:srgbClr val="C76338"/>
                </a:solidFill>
                <a:latin typeface="Arial"/>
                <a:ea typeface="Arial"/>
                <a:cs typeface="Arial"/>
              </a:rPr>
              <a:t>ӘЛІ ҚОСЫЛМАҒАН</a:t>
            </a:r>
          </a:p>
        </p:txBody>
      </p:sp>
      <p:sp>
        <p:nvSpPr>
          <p:cNvPr id="20" name="">
            <a:extLst xmlns:a="http://schemas.openxmlformats.org/drawingml/2006/main">
              <a:ext uri="{FF2B5EF4-FFF2-40B4-BE49-F238E27FC236}">
                <a16:creationId xmlns:a16="http://schemas.microsoft.com/office/drawing/2014/main" id="{4551196C-3BD3-413F-AD8D-D2F190F67C8D}"/>
              </a:ext>
            </a:extLst>
          </p:cNvPr>
          <p:cNvSpPr>
            <a:spLocks xmlns:a="http://schemas.openxmlformats.org/drawingml/2006/main" noGrp="1"/>
          </p:cNvSpPr>
          <p:nvPr/>
        </p:nvSpPr>
        <p:spPr>
          <a:xfrm xmlns:a="http://schemas.openxmlformats.org/drawingml/2006/main">
            <a:off x="609600" y="4895850"/>
            <a:ext cx="2667000" cy="1285875"/>
          </a:xfrm>
          <a:prstGeom xmlns:a="http://schemas.openxmlformats.org/drawingml/2006/main" prst="rect">
            <a:avLst/>
          </a:prstGeom>
          <a:solidFill xmlns:a="http://schemas.openxmlformats.org/drawingml/2006/main">
            <a:srgbClr val="E5EBDD"/>
          </a:solidFill>
          <a:ln xmlns:a="http://schemas.openxmlformats.org/drawingml/2006/main" w="9525">
            <a:solidFill>
              <a:srgbClr val="CCD6CC"/>
            </a:solidFill>
          </a:ln>
        </p:spPr>
      </p:sp>
      <p:sp>
        <p:nvSpPr>
          <p:cNvPr id="21" name="">
            <a:extLst xmlns:a="http://schemas.openxmlformats.org/drawingml/2006/main">
              <a:ext uri="{FF2B5EF4-FFF2-40B4-BE49-F238E27FC236}">
                <a16:creationId xmlns:a16="http://schemas.microsoft.com/office/drawing/2014/main" id="{0A08B2F5-CC99-4B30-9E4E-2BA5730694B5}"/>
              </a:ext>
            </a:extLst>
          </p:cNvPr>
          <p:cNvSpPr>
            <a:spLocks xmlns:a="http://schemas.openxmlformats.org/drawingml/2006/main" noGrp="1"/>
          </p:cNvSpPr>
          <p:nvPr/>
        </p:nvSpPr>
        <p:spPr>
          <a:xfrm xmlns:a="http://schemas.openxmlformats.org/drawingml/2006/main">
            <a:off x="800100" y="5095875"/>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03A30"/>
                </a:solidFill>
                <a:latin typeface="Arial"/>
                <a:ea typeface="Arial"/>
                <a:cs typeface="Arial"/>
              </a:defRPr>
            </a:defPPr>
            <a:lvl1pPr>
              <a:defRPr sz="2100" b="1">
                <a:solidFill>
                  <a:srgbClr val="103A30"/>
                </a:solidFill>
                <a:latin typeface="Arial"/>
                <a:ea typeface="Arial"/>
                <a:cs typeface="Arial"/>
              </a:defRPr>
            </a:lvl1pPr>
            <a:lvl2pPr>
              <a:defRPr sz="2100" b="1">
                <a:solidFill>
                  <a:srgbClr val="103A30"/>
                </a:solidFill>
                <a:latin typeface="Arial"/>
                <a:ea typeface="Arial"/>
                <a:cs typeface="Arial"/>
              </a:defRPr>
            </a:lvl2pPr>
            <a:lvl3pPr>
              <a:defRPr sz="2100" b="1">
                <a:solidFill>
                  <a:srgbClr val="103A30"/>
                </a:solidFill>
                <a:latin typeface="Arial"/>
                <a:ea typeface="Arial"/>
                <a:cs typeface="Arial"/>
              </a:defRPr>
            </a:lvl3pPr>
            <a:lvl4pPr>
              <a:defRPr sz="2100" b="1">
                <a:solidFill>
                  <a:srgbClr val="103A30"/>
                </a:solidFill>
                <a:latin typeface="Arial"/>
                <a:ea typeface="Arial"/>
                <a:cs typeface="Arial"/>
              </a:defRPr>
            </a:lvl4pPr>
            <a:lvl5pPr>
              <a:defRPr sz="2100" b="1">
                <a:solidFill>
                  <a:srgbClr val="103A30"/>
                </a:solidFill>
                <a:latin typeface="Arial"/>
                <a:ea typeface="Arial"/>
                <a:cs typeface="Arial"/>
              </a:defRPr>
            </a:lvl5pPr>
            <a:lvl6pPr>
              <a:defRPr sz="2100" b="1">
                <a:solidFill>
                  <a:srgbClr val="103A30"/>
                </a:solidFill>
                <a:latin typeface="Arial"/>
                <a:ea typeface="Arial"/>
                <a:cs typeface="Arial"/>
              </a:defRPr>
            </a:lvl6pPr>
            <a:lvl7pPr>
              <a:defRPr sz="2100" b="1">
                <a:solidFill>
                  <a:srgbClr val="103A30"/>
                </a:solidFill>
                <a:latin typeface="Arial"/>
                <a:ea typeface="Arial"/>
                <a:cs typeface="Arial"/>
              </a:defRPr>
            </a:lvl7pPr>
            <a:lvl8pPr>
              <a:defRPr sz="2100" b="1">
                <a:solidFill>
                  <a:srgbClr val="103A30"/>
                </a:solidFill>
                <a:latin typeface="Arial"/>
                <a:ea typeface="Arial"/>
                <a:cs typeface="Arial"/>
              </a:defRPr>
            </a:lvl8pPr>
            <a:lvl9pPr>
              <a:defRPr sz="2100" b="1">
                <a:solidFill>
                  <a:srgbClr val="103A30"/>
                </a:solidFill>
                <a:latin typeface="Arial"/>
                <a:ea typeface="Arial"/>
                <a:cs typeface="Arial"/>
              </a:defRPr>
            </a:lvl9pPr>
          </a:lstStyle>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1С:ЗУП</a:t>
            </a:r>
          </a:p>
        </p:txBody>
      </p:sp>
      <p:sp>
        <p:nvSpPr>
          <p:cNvPr id="22" name="">
            <a:extLst xmlns:a="http://schemas.openxmlformats.org/drawingml/2006/main">
              <a:ext uri="{FF2B5EF4-FFF2-40B4-BE49-F238E27FC236}">
                <a16:creationId xmlns:a16="http://schemas.microsoft.com/office/drawing/2014/main" id="{ED5A0CE7-938B-4021-8174-C57BDB3FED43}"/>
              </a:ext>
            </a:extLst>
          </p:cNvPr>
          <p:cNvSpPr>
            <a:spLocks xmlns:a="http://schemas.openxmlformats.org/drawingml/2006/main" noGrp="1"/>
          </p:cNvSpPr>
          <p:nvPr/>
        </p:nvSpPr>
        <p:spPr>
          <a:xfrm xmlns:a="http://schemas.openxmlformats.org/drawingml/2006/main">
            <a:off x="800100" y="55816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3776F"/>
                </a:solidFill>
                <a:latin typeface="Arial"/>
                <a:ea typeface="Arial"/>
                <a:cs typeface="Arial"/>
              </a:defRPr>
            </a:defPPr>
            <a:lvl1pPr>
              <a:defRPr sz="1500" b="0">
                <a:solidFill>
                  <a:srgbClr val="63776F"/>
                </a:solidFill>
                <a:latin typeface="Arial"/>
                <a:ea typeface="Arial"/>
                <a:cs typeface="Arial"/>
              </a:defRPr>
            </a:lvl1pPr>
            <a:lvl2pPr>
              <a:defRPr sz="1500" b="0">
                <a:solidFill>
                  <a:srgbClr val="63776F"/>
                </a:solidFill>
                <a:latin typeface="Arial"/>
                <a:ea typeface="Arial"/>
                <a:cs typeface="Arial"/>
              </a:defRPr>
            </a:lvl2pPr>
            <a:lvl3pPr>
              <a:defRPr sz="1500" b="0">
                <a:solidFill>
                  <a:srgbClr val="63776F"/>
                </a:solidFill>
                <a:latin typeface="Arial"/>
                <a:ea typeface="Arial"/>
                <a:cs typeface="Arial"/>
              </a:defRPr>
            </a:lvl3pPr>
            <a:lvl4pPr>
              <a:defRPr sz="1500" b="0">
                <a:solidFill>
                  <a:srgbClr val="63776F"/>
                </a:solidFill>
                <a:latin typeface="Arial"/>
                <a:ea typeface="Arial"/>
                <a:cs typeface="Arial"/>
              </a:defRPr>
            </a:lvl4pPr>
            <a:lvl5pPr>
              <a:defRPr sz="1500" b="0">
                <a:solidFill>
                  <a:srgbClr val="63776F"/>
                </a:solidFill>
                <a:latin typeface="Arial"/>
                <a:ea typeface="Arial"/>
                <a:cs typeface="Arial"/>
              </a:defRPr>
            </a:lvl5pPr>
            <a:lvl6pPr>
              <a:defRPr sz="1500" b="0">
                <a:solidFill>
                  <a:srgbClr val="63776F"/>
                </a:solidFill>
                <a:latin typeface="Arial"/>
                <a:ea typeface="Arial"/>
                <a:cs typeface="Arial"/>
              </a:defRPr>
            </a:lvl6pPr>
            <a:lvl7pPr>
              <a:defRPr sz="1500" b="0">
                <a:solidFill>
                  <a:srgbClr val="63776F"/>
                </a:solidFill>
                <a:latin typeface="Arial"/>
                <a:ea typeface="Arial"/>
                <a:cs typeface="Arial"/>
              </a:defRPr>
            </a:lvl7pPr>
            <a:lvl8pPr>
              <a:defRPr sz="1500" b="0">
                <a:solidFill>
                  <a:srgbClr val="63776F"/>
                </a:solidFill>
                <a:latin typeface="Arial"/>
                <a:ea typeface="Arial"/>
                <a:cs typeface="Arial"/>
              </a:defRPr>
            </a:lvl8pPr>
            <a:lvl9pPr>
              <a:defRPr sz="1500" b="0">
                <a:solidFill>
                  <a:srgbClr val="63776F"/>
                </a:solidFill>
                <a:latin typeface="Arial"/>
                <a:ea typeface="Arial"/>
                <a:cs typeface="Arial"/>
              </a:defRPr>
            </a:lvl9pPr>
          </a:lstStyle>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Кадрлық деректер</a:t>
            </a:r>
          </a:p>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Қалдықты салыстыру</a:t>
            </a:r>
          </a:p>
        </p:txBody>
      </p:sp>
      <p:sp>
        <p:nvSpPr>
          <p:cNvPr id="23" name="">
            <a:extLst xmlns:a="http://schemas.openxmlformats.org/drawingml/2006/main">
              <a:ext uri="{FF2B5EF4-FFF2-40B4-BE49-F238E27FC236}">
                <a16:creationId xmlns:a16="http://schemas.microsoft.com/office/drawing/2014/main" id="{3BE0D765-281D-49E4-BBB3-AE9EC34DE580}"/>
              </a:ext>
            </a:extLst>
          </p:cNvPr>
          <p:cNvSpPr>
            <a:spLocks xmlns:a="http://schemas.openxmlformats.org/drawingml/2006/main" noGrp="1"/>
          </p:cNvSpPr>
          <p:nvPr/>
        </p:nvSpPr>
        <p:spPr>
          <a:xfrm xmlns:a="http://schemas.openxmlformats.org/drawingml/2006/main">
            <a:off x="4419600" y="4895850"/>
            <a:ext cx="2857500" cy="1285875"/>
          </a:xfrm>
          <a:prstGeom xmlns:a="http://schemas.openxmlformats.org/drawingml/2006/main" prst="rect">
            <a:avLst/>
          </a:prstGeom>
          <a:solidFill xmlns:a="http://schemas.openxmlformats.org/drawingml/2006/main">
            <a:srgbClr val="E5EBDD"/>
          </a:solidFill>
          <a:ln xmlns:a="http://schemas.openxmlformats.org/drawingml/2006/main" w="9525">
            <a:solidFill>
              <a:srgbClr val="CCD6CC"/>
            </a:solidFill>
          </a:ln>
        </p:spPr>
      </p:sp>
      <p:sp>
        <p:nvSpPr>
          <p:cNvPr id="24" name="">
            <a:extLst xmlns:a="http://schemas.openxmlformats.org/drawingml/2006/main">
              <a:ext uri="{FF2B5EF4-FFF2-40B4-BE49-F238E27FC236}">
                <a16:creationId xmlns:a16="http://schemas.microsoft.com/office/drawing/2014/main" id="{34E08ABE-28E1-41BD-BAF8-C984BF360EA5}"/>
              </a:ext>
            </a:extLst>
          </p:cNvPr>
          <p:cNvSpPr>
            <a:spLocks xmlns:a="http://schemas.openxmlformats.org/drawingml/2006/main" noGrp="1"/>
          </p:cNvSpPr>
          <p:nvPr/>
        </p:nvSpPr>
        <p:spPr>
          <a:xfrm xmlns:a="http://schemas.openxmlformats.org/drawingml/2006/main">
            <a:off x="4610100" y="5095875"/>
            <a:ext cx="247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03A30"/>
                </a:solidFill>
                <a:latin typeface="Arial"/>
                <a:ea typeface="Arial"/>
                <a:cs typeface="Arial"/>
              </a:defRPr>
            </a:defPPr>
            <a:lvl1pPr>
              <a:defRPr sz="2100" b="1">
                <a:solidFill>
                  <a:srgbClr val="103A30"/>
                </a:solidFill>
                <a:latin typeface="Arial"/>
                <a:ea typeface="Arial"/>
                <a:cs typeface="Arial"/>
              </a:defRPr>
            </a:lvl1pPr>
            <a:lvl2pPr>
              <a:defRPr sz="2100" b="1">
                <a:solidFill>
                  <a:srgbClr val="103A30"/>
                </a:solidFill>
                <a:latin typeface="Arial"/>
                <a:ea typeface="Arial"/>
                <a:cs typeface="Arial"/>
              </a:defRPr>
            </a:lvl2pPr>
            <a:lvl3pPr>
              <a:defRPr sz="2100" b="1">
                <a:solidFill>
                  <a:srgbClr val="103A30"/>
                </a:solidFill>
                <a:latin typeface="Arial"/>
                <a:ea typeface="Arial"/>
                <a:cs typeface="Arial"/>
              </a:defRPr>
            </a:lvl3pPr>
            <a:lvl4pPr>
              <a:defRPr sz="2100" b="1">
                <a:solidFill>
                  <a:srgbClr val="103A30"/>
                </a:solidFill>
                <a:latin typeface="Arial"/>
                <a:ea typeface="Arial"/>
                <a:cs typeface="Arial"/>
              </a:defRPr>
            </a:lvl4pPr>
            <a:lvl5pPr>
              <a:defRPr sz="2100" b="1">
                <a:solidFill>
                  <a:srgbClr val="103A30"/>
                </a:solidFill>
                <a:latin typeface="Arial"/>
                <a:ea typeface="Arial"/>
                <a:cs typeface="Arial"/>
              </a:defRPr>
            </a:lvl5pPr>
            <a:lvl6pPr>
              <a:defRPr sz="2100" b="1">
                <a:solidFill>
                  <a:srgbClr val="103A30"/>
                </a:solidFill>
                <a:latin typeface="Arial"/>
                <a:ea typeface="Arial"/>
                <a:cs typeface="Arial"/>
              </a:defRPr>
            </a:lvl6pPr>
            <a:lvl7pPr>
              <a:defRPr sz="2100" b="1">
                <a:solidFill>
                  <a:srgbClr val="103A30"/>
                </a:solidFill>
                <a:latin typeface="Arial"/>
                <a:ea typeface="Arial"/>
                <a:cs typeface="Arial"/>
              </a:defRPr>
            </a:lvl7pPr>
            <a:lvl8pPr>
              <a:defRPr sz="2100" b="1">
                <a:solidFill>
                  <a:srgbClr val="103A30"/>
                </a:solidFill>
                <a:latin typeface="Arial"/>
                <a:ea typeface="Arial"/>
                <a:cs typeface="Arial"/>
              </a:defRPr>
            </a:lvl8pPr>
            <a:lvl9pPr>
              <a:defRPr sz="2100" b="1">
                <a:solidFill>
                  <a:srgbClr val="103A30"/>
                </a:solidFill>
                <a:latin typeface="Arial"/>
                <a:ea typeface="Arial"/>
                <a:cs typeface="Arial"/>
              </a:defRPr>
            </a:lvl9pPr>
          </a:lstStyle>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Адаптерлер</a:t>
            </a:r>
          </a:p>
        </p:txBody>
      </p:sp>
      <p:sp>
        <p:nvSpPr>
          <p:cNvPr id="25" name="">
            <a:extLst xmlns:a="http://schemas.openxmlformats.org/drawingml/2006/main">
              <a:ext uri="{FF2B5EF4-FFF2-40B4-BE49-F238E27FC236}">
                <a16:creationId xmlns:a16="http://schemas.microsoft.com/office/drawing/2014/main" id="{E3273EC1-5262-4C30-8EB8-2B62ED005FA2}"/>
              </a:ext>
            </a:extLst>
          </p:cNvPr>
          <p:cNvSpPr>
            <a:spLocks xmlns:a="http://schemas.openxmlformats.org/drawingml/2006/main" noGrp="1"/>
          </p:cNvSpPr>
          <p:nvPr/>
        </p:nvSpPr>
        <p:spPr>
          <a:xfrm xmlns:a="http://schemas.openxmlformats.org/drawingml/2006/main">
            <a:off x="4610100" y="558165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3776F"/>
                </a:solidFill>
                <a:latin typeface="Arial"/>
                <a:ea typeface="Arial"/>
                <a:cs typeface="Arial"/>
              </a:defRPr>
            </a:defPPr>
            <a:lvl1pPr>
              <a:defRPr sz="1500" b="0">
                <a:solidFill>
                  <a:srgbClr val="63776F"/>
                </a:solidFill>
                <a:latin typeface="Arial"/>
                <a:ea typeface="Arial"/>
                <a:cs typeface="Arial"/>
              </a:defRPr>
            </a:lvl1pPr>
            <a:lvl2pPr>
              <a:defRPr sz="1500" b="0">
                <a:solidFill>
                  <a:srgbClr val="63776F"/>
                </a:solidFill>
                <a:latin typeface="Arial"/>
                <a:ea typeface="Arial"/>
                <a:cs typeface="Arial"/>
              </a:defRPr>
            </a:lvl2pPr>
            <a:lvl3pPr>
              <a:defRPr sz="1500" b="0">
                <a:solidFill>
                  <a:srgbClr val="63776F"/>
                </a:solidFill>
                <a:latin typeface="Arial"/>
                <a:ea typeface="Arial"/>
                <a:cs typeface="Arial"/>
              </a:defRPr>
            </a:lvl3pPr>
            <a:lvl4pPr>
              <a:defRPr sz="1500" b="0">
                <a:solidFill>
                  <a:srgbClr val="63776F"/>
                </a:solidFill>
                <a:latin typeface="Arial"/>
                <a:ea typeface="Arial"/>
                <a:cs typeface="Arial"/>
              </a:defRPr>
            </a:lvl4pPr>
            <a:lvl5pPr>
              <a:defRPr sz="1500" b="0">
                <a:solidFill>
                  <a:srgbClr val="63776F"/>
                </a:solidFill>
                <a:latin typeface="Arial"/>
                <a:ea typeface="Arial"/>
                <a:cs typeface="Arial"/>
              </a:defRPr>
            </a:lvl5pPr>
            <a:lvl6pPr>
              <a:defRPr sz="1500" b="0">
                <a:solidFill>
                  <a:srgbClr val="63776F"/>
                </a:solidFill>
                <a:latin typeface="Arial"/>
                <a:ea typeface="Arial"/>
                <a:cs typeface="Arial"/>
              </a:defRPr>
            </a:lvl6pPr>
            <a:lvl7pPr>
              <a:defRPr sz="1500" b="0">
                <a:solidFill>
                  <a:srgbClr val="63776F"/>
                </a:solidFill>
                <a:latin typeface="Arial"/>
                <a:ea typeface="Arial"/>
                <a:cs typeface="Arial"/>
              </a:defRPr>
            </a:lvl7pPr>
            <a:lvl8pPr>
              <a:defRPr sz="1500" b="0">
                <a:solidFill>
                  <a:srgbClr val="63776F"/>
                </a:solidFill>
                <a:latin typeface="Arial"/>
                <a:ea typeface="Arial"/>
                <a:cs typeface="Arial"/>
              </a:defRPr>
            </a:lvl8pPr>
            <a:lvl9pPr>
              <a:defRPr sz="1500" b="0">
                <a:solidFill>
                  <a:srgbClr val="63776F"/>
                </a:solidFill>
                <a:latin typeface="Arial"/>
                <a:ea typeface="Arial"/>
                <a:cs typeface="Arial"/>
              </a:defRPr>
            </a:lvl9pPr>
          </a:lstStyle>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Сәйкестендіру, outbox/inbox</a:t>
            </a:r>
          </a:p>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және ақауларды өңдеу</a:t>
            </a:r>
          </a:p>
        </p:txBody>
      </p:sp>
      <p:sp>
        <p:nvSpPr>
          <p:cNvPr id="26" name="">
            <a:extLst xmlns:a="http://schemas.openxmlformats.org/drawingml/2006/main">
              <a:ext uri="{FF2B5EF4-FFF2-40B4-BE49-F238E27FC236}">
                <a16:creationId xmlns:a16="http://schemas.microsoft.com/office/drawing/2014/main" id="{BE4B18FC-DE9C-4A63-8357-C3777D1D9E0B}"/>
              </a:ext>
            </a:extLst>
          </p:cNvPr>
          <p:cNvSpPr>
            <a:spLocks xmlns:a="http://schemas.openxmlformats.org/drawingml/2006/main" noGrp="1"/>
          </p:cNvSpPr>
          <p:nvPr/>
        </p:nvSpPr>
        <p:spPr>
          <a:xfrm xmlns:a="http://schemas.openxmlformats.org/drawingml/2006/main">
            <a:off x="8686800" y="4895850"/>
            <a:ext cx="2857500" cy="1285875"/>
          </a:xfrm>
          <a:prstGeom xmlns:a="http://schemas.openxmlformats.org/drawingml/2006/main" prst="rect">
            <a:avLst/>
          </a:prstGeom>
          <a:solidFill xmlns:a="http://schemas.openxmlformats.org/drawingml/2006/main">
            <a:srgbClr val="E5EBDD"/>
          </a:solidFill>
          <a:ln xmlns:a="http://schemas.openxmlformats.org/drawingml/2006/main" w="9525">
            <a:solidFill>
              <a:srgbClr val="CCD6CC"/>
            </a:solidFill>
          </a:ln>
        </p:spPr>
      </p:sp>
      <p:sp>
        <p:nvSpPr>
          <p:cNvPr id="27" name="">
            <a:extLst xmlns:a="http://schemas.openxmlformats.org/drawingml/2006/main">
              <a:ext uri="{FF2B5EF4-FFF2-40B4-BE49-F238E27FC236}">
                <a16:creationId xmlns:a16="http://schemas.microsoft.com/office/drawing/2014/main" id="{66099D5F-B81A-4651-B7FE-2B603C50AF6D}"/>
              </a:ext>
            </a:extLst>
          </p:cNvPr>
          <p:cNvSpPr>
            <a:spLocks xmlns:a="http://schemas.openxmlformats.org/drawingml/2006/main" noGrp="1"/>
          </p:cNvSpPr>
          <p:nvPr/>
        </p:nvSpPr>
        <p:spPr>
          <a:xfrm xmlns:a="http://schemas.openxmlformats.org/drawingml/2006/main">
            <a:off x="8877300" y="5095875"/>
            <a:ext cx="247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03A30"/>
                </a:solidFill>
                <a:latin typeface="Arial"/>
                <a:ea typeface="Arial"/>
                <a:cs typeface="Arial"/>
              </a:defRPr>
            </a:defPPr>
            <a:lvl1pPr>
              <a:defRPr sz="2100" b="1">
                <a:solidFill>
                  <a:srgbClr val="103A30"/>
                </a:solidFill>
                <a:latin typeface="Arial"/>
                <a:ea typeface="Arial"/>
                <a:cs typeface="Arial"/>
              </a:defRPr>
            </a:lvl1pPr>
            <a:lvl2pPr>
              <a:defRPr sz="2100" b="1">
                <a:solidFill>
                  <a:srgbClr val="103A30"/>
                </a:solidFill>
                <a:latin typeface="Arial"/>
                <a:ea typeface="Arial"/>
                <a:cs typeface="Arial"/>
              </a:defRPr>
            </a:lvl2pPr>
            <a:lvl3pPr>
              <a:defRPr sz="2100" b="1">
                <a:solidFill>
                  <a:srgbClr val="103A30"/>
                </a:solidFill>
                <a:latin typeface="Arial"/>
                <a:ea typeface="Arial"/>
                <a:cs typeface="Arial"/>
              </a:defRPr>
            </a:lvl3pPr>
            <a:lvl4pPr>
              <a:defRPr sz="2100" b="1">
                <a:solidFill>
                  <a:srgbClr val="103A30"/>
                </a:solidFill>
                <a:latin typeface="Arial"/>
                <a:ea typeface="Arial"/>
                <a:cs typeface="Arial"/>
              </a:defRPr>
            </a:lvl4pPr>
            <a:lvl5pPr>
              <a:defRPr sz="2100" b="1">
                <a:solidFill>
                  <a:srgbClr val="103A30"/>
                </a:solidFill>
                <a:latin typeface="Arial"/>
                <a:ea typeface="Arial"/>
                <a:cs typeface="Arial"/>
              </a:defRPr>
            </a:lvl5pPr>
            <a:lvl6pPr>
              <a:defRPr sz="2100" b="1">
                <a:solidFill>
                  <a:srgbClr val="103A30"/>
                </a:solidFill>
                <a:latin typeface="Arial"/>
                <a:ea typeface="Arial"/>
                <a:cs typeface="Arial"/>
              </a:defRPr>
            </a:lvl6pPr>
            <a:lvl7pPr>
              <a:defRPr sz="2100" b="1">
                <a:solidFill>
                  <a:srgbClr val="103A30"/>
                </a:solidFill>
                <a:latin typeface="Arial"/>
                <a:ea typeface="Arial"/>
                <a:cs typeface="Arial"/>
              </a:defRPr>
            </a:lvl7pPr>
            <a:lvl8pPr>
              <a:defRPr sz="2100" b="1">
                <a:solidFill>
                  <a:srgbClr val="103A30"/>
                </a:solidFill>
                <a:latin typeface="Arial"/>
                <a:ea typeface="Arial"/>
                <a:cs typeface="Arial"/>
              </a:defRPr>
            </a:lvl8pPr>
            <a:lvl9pPr>
              <a:defRPr sz="2100" b="1">
                <a:solidFill>
                  <a:srgbClr val="103A30"/>
                </a:solidFill>
                <a:latin typeface="Arial"/>
                <a:ea typeface="Arial"/>
                <a:cs typeface="Arial"/>
              </a:defRPr>
            </a:lvl9pPr>
          </a:lstStyle>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Documentolog</a:t>
            </a:r>
          </a:p>
        </p:txBody>
      </p:sp>
      <p:sp>
        <p:nvSpPr>
          <p:cNvPr id="28" name="">
            <a:extLst xmlns:a="http://schemas.openxmlformats.org/drawingml/2006/main">
              <a:ext uri="{FF2B5EF4-FFF2-40B4-BE49-F238E27FC236}">
                <a16:creationId xmlns:a16="http://schemas.microsoft.com/office/drawing/2014/main" id="{333F74AC-829F-483E-8D3E-B153F3AB2C6F}"/>
              </a:ext>
            </a:extLst>
          </p:cNvPr>
          <p:cNvSpPr>
            <a:spLocks xmlns:a="http://schemas.openxmlformats.org/drawingml/2006/main" noGrp="1"/>
          </p:cNvSpPr>
          <p:nvPr/>
        </p:nvSpPr>
        <p:spPr>
          <a:xfrm xmlns:a="http://schemas.openxmlformats.org/drawingml/2006/main">
            <a:off x="8877300" y="558165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3776F"/>
                </a:solidFill>
                <a:latin typeface="Arial"/>
                <a:ea typeface="Arial"/>
                <a:cs typeface="Arial"/>
              </a:defRPr>
            </a:defPPr>
            <a:lvl1pPr>
              <a:defRPr sz="1500" b="0">
                <a:solidFill>
                  <a:srgbClr val="63776F"/>
                </a:solidFill>
                <a:latin typeface="Arial"/>
                <a:ea typeface="Arial"/>
                <a:cs typeface="Arial"/>
              </a:defRPr>
            </a:lvl1pPr>
            <a:lvl2pPr>
              <a:defRPr sz="1500" b="0">
                <a:solidFill>
                  <a:srgbClr val="63776F"/>
                </a:solidFill>
                <a:latin typeface="Arial"/>
                <a:ea typeface="Arial"/>
                <a:cs typeface="Arial"/>
              </a:defRPr>
            </a:lvl2pPr>
            <a:lvl3pPr>
              <a:defRPr sz="1500" b="0">
                <a:solidFill>
                  <a:srgbClr val="63776F"/>
                </a:solidFill>
                <a:latin typeface="Arial"/>
                <a:ea typeface="Arial"/>
                <a:cs typeface="Arial"/>
              </a:defRPr>
            </a:lvl3pPr>
            <a:lvl4pPr>
              <a:defRPr sz="1500" b="0">
                <a:solidFill>
                  <a:srgbClr val="63776F"/>
                </a:solidFill>
                <a:latin typeface="Arial"/>
                <a:ea typeface="Arial"/>
                <a:cs typeface="Arial"/>
              </a:defRPr>
            </a:lvl4pPr>
            <a:lvl5pPr>
              <a:defRPr sz="1500" b="0">
                <a:solidFill>
                  <a:srgbClr val="63776F"/>
                </a:solidFill>
                <a:latin typeface="Arial"/>
                <a:ea typeface="Arial"/>
                <a:cs typeface="Arial"/>
              </a:defRPr>
            </a:lvl5pPr>
            <a:lvl6pPr>
              <a:defRPr sz="1500" b="0">
                <a:solidFill>
                  <a:srgbClr val="63776F"/>
                </a:solidFill>
                <a:latin typeface="Arial"/>
                <a:ea typeface="Arial"/>
                <a:cs typeface="Arial"/>
              </a:defRPr>
            </a:lvl6pPr>
            <a:lvl7pPr>
              <a:defRPr sz="1500" b="0">
                <a:solidFill>
                  <a:srgbClr val="63776F"/>
                </a:solidFill>
                <a:latin typeface="Arial"/>
                <a:ea typeface="Arial"/>
                <a:cs typeface="Arial"/>
              </a:defRPr>
            </a:lvl7pPr>
            <a:lvl8pPr>
              <a:defRPr sz="1500" b="0">
                <a:solidFill>
                  <a:srgbClr val="63776F"/>
                </a:solidFill>
                <a:latin typeface="Arial"/>
                <a:ea typeface="Arial"/>
                <a:cs typeface="Arial"/>
              </a:defRPr>
            </a:lvl8pPr>
            <a:lvl9pPr>
              <a:defRPr sz="1500" b="0">
                <a:solidFill>
                  <a:srgbClr val="63776F"/>
                </a:solidFill>
                <a:latin typeface="Arial"/>
                <a:ea typeface="Arial"/>
                <a:cs typeface="Arial"/>
              </a:defRPr>
            </a:lvl9pPr>
          </a:lstStyle>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Басшы шешімінен</a:t>
            </a:r>
          </a:p>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кейінгі құжаттар</a:t>
            </a:r>
          </a:p>
        </p:txBody>
      </p:sp>
      <p:cxnSp>
        <p:nvCxnSpPr>
          <p:cNvPr id="29" name="">
            <a:extLst xmlns:a="http://schemas.openxmlformats.org/drawingml/2006/main">
              <a:ext uri="{FF2B5EF4-FFF2-40B4-BE49-F238E27FC236}">
                <a16:creationId xmlns:a16="http://schemas.microsoft.com/office/drawing/2014/main" id="{87E4C568-450E-4869-9E08-35B0CFBC9CBF}"/>
              </a:ext>
            </a:extLst>
          </p:cNvPr>
          <p:cNvCxnSpPr/>
          <p:nvPr/>
        </p:nvCxnSpPr>
        <p:spPr>
          <a:xfrm xmlns:a="http://schemas.openxmlformats.org/drawingml/2006/main">
            <a:off x="5848350" y="3686175"/>
            <a:ext cx="0" cy="1200150"/>
          </a:xfrm>
          <a:prstGeom xmlns:a="http://schemas.openxmlformats.org/drawingml/2006/main" prst="bentConnector4">
            <a:avLst/>
          </a:prstGeom>
          <a:ln xmlns:a="http://schemas.openxmlformats.org/drawingml/2006/main" w="19050">
            <a:solidFill>
              <a:srgbClr val="C76338"/>
            </a:solidFill>
            <a:tailEnd type="triangle" w="med" len="med"/>
          </a:ln>
        </p:spPr>
      </p:cxnSp>
    </p:spTree>
    <p:extLst>
      <p:ext uri="{BB962C8B-B14F-4D97-AF65-F5344CB8AC3E}">
        <p14:creationId xmlns:p14="http://schemas.microsoft.com/office/powerpoint/2010/main" val="2113589463"/>
      </p:ext>
    </p:extLst>
  </p:cSld>
</p:sld>
</file>

<file path=ppt/slides/slide9.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82B0184-B97A-4EC7-82F7-06973EDBB1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45BF9FB5-AC3A-4D62-8402-635738A687C3}"/>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Нәтиже тесттермен және</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толық сценарийлермен расталған.</a:t>
            </a:r>
          </a:p>
        </p:txBody>
      </p:sp>
      <p:sp>
        <p:nvSpPr>
          <p:cNvPr id="4" name="">
            <a:extLst xmlns:a="http://schemas.openxmlformats.org/drawingml/2006/main">
              <a:ext uri="{FF2B5EF4-FFF2-40B4-BE49-F238E27FC236}">
                <a16:creationId xmlns:a16="http://schemas.microsoft.com/office/drawing/2014/main" id="{2459D469-7BA6-49A7-8096-46D83B10D612}"/>
              </a:ext>
            </a:extLst>
          </p:cNvPr>
          <p:cNvSpPr>
            <a:spLocks xmlns:a="http://schemas.openxmlformats.org/drawingml/2006/main" noGrp="1"/>
          </p:cNvSpPr>
          <p:nvPr/>
        </p:nvSpPr>
        <p:spPr>
          <a:xfrm xmlns:a="http://schemas.openxmlformats.org/drawingml/2006/main">
            <a:off x="609600" y="2133600"/>
            <a:ext cx="3810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00" b="1">
                <a:solidFill>
                  <a:srgbClr val="207A5B"/>
                </a:solidFill>
                <a:latin typeface="Arial"/>
                <a:ea typeface="Arial"/>
                <a:cs typeface="Arial"/>
              </a:defRPr>
            </a:defPPr>
            <a:lvl1pPr>
              <a:defRPr sz="9300" b="1">
                <a:solidFill>
                  <a:srgbClr val="207A5B"/>
                </a:solidFill>
                <a:latin typeface="Arial"/>
                <a:ea typeface="Arial"/>
                <a:cs typeface="Arial"/>
              </a:defRPr>
            </a:lvl1pPr>
            <a:lvl2pPr>
              <a:defRPr sz="9300" b="1">
                <a:solidFill>
                  <a:srgbClr val="207A5B"/>
                </a:solidFill>
                <a:latin typeface="Arial"/>
                <a:ea typeface="Arial"/>
                <a:cs typeface="Arial"/>
              </a:defRPr>
            </a:lvl2pPr>
            <a:lvl3pPr>
              <a:defRPr sz="9300" b="1">
                <a:solidFill>
                  <a:srgbClr val="207A5B"/>
                </a:solidFill>
                <a:latin typeface="Arial"/>
                <a:ea typeface="Arial"/>
                <a:cs typeface="Arial"/>
              </a:defRPr>
            </a:lvl3pPr>
            <a:lvl4pPr>
              <a:defRPr sz="9300" b="1">
                <a:solidFill>
                  <a:srgbClr val="207A5B"/>
                </a:solidFill>
                <a:latin typeface="Arial"/>
                <a:ea typeface="Arial"/>
                <a:cs typeface="Arial"/>
              </a:defRPr>
            </a:lvl4pPr>
            <a:lvl5pPr>
              <a:defRPr sz="9300" b="1">
                <a:solidFill>
                  <a:srgbClr val="207A5B"/>
                </a:solidFill>
                <a:latin typeface="Arial"/>
                <a:ea typeface="Arial"/>
                <a:cs typeface="Arial"/>
              </a:defRPr>
            </a:lvl5pPr>
            <a:lvl6pPr>
              <a:defRPr sz="9300" b="1">
                <a:solidFill>
                  <a:srgbClr val="207A5B"/>
                </a:solidFill>
                <a:latin typeface="Arial"/>
                <a:ea typeface="Arial"/>
                <a:cs typeface="Arial"/>
              </a:defRPr>
            </a:lvl6pPr>
            <a:lvl7pPr>
              <a:defRPr sz="9300" b="1">
                <a:solidFill>
                  <a:srgbClr val="207A5B"/>
                </a:solidFill>
                <a:latin typeface="Arial"/>
                <a:ea typeface="Arial"/>
                <a:cs typeface="Arial"/>
              </a:defRPr>
            </a:lvl7pPr>
            <a:lvl8pPr>
              <a:defRPr sz="9300" b="1">
                <a:solidFill>
                  <a:srgbClr val="207A5B"/>
                </a:solidFill>
                <a:latin typeface="Arial"/>
                <a:ea typeface="Arial"/>
                <a:cs typeface="Arial"/>
              </a:defRPr>
            </a:lvl8pPr>
            <a:lvl9pPr>
              <a:defRPr sz="9300" b="1">
                <a:solidFill>
                  <a:srgbClr val="207A5B"/>
                </a:solidFill>
                <a:latin typeface="Arial"/>
                <a:ea typeface="Arial"/>
                <a:cs typeface="Arial"/>
              </a:defRPr>
            </a:lvl9pPr>
          </a:lstStyle>
          <a:p xmlns:a="http://schemas.openxmlformats.org/drawingml/2006/main">
            <a:pPr>
              <a:defRPr sz="9300" b="1">
                <a:solidFill>
                  <a:srgbClr val="207A5B"/>
                </a:solidFill>
                <a:latin typeface="Arial"/>
                <a:ea typeface="Arial"/>
                <a:cs typeface="Arial"/>
              </a:defRPr>
            </a:pPr>
            <a:r>
              <a:rPr sz="9300" b="1">
                <a:solidFill>
                  <a:srgbClr val="207A5B"/>
                </a:solidFill>
                <a:latin typeface="Arial"/>
                <a:ea typeface="Arial"/>
                <a:cs typeface="Arial"/>
              </a:rPr>
              <a:t>103</a:t>
            </a:r>
          </a:p>
        </p:txBody>
      </p:sp>
      <p:sp>
        <p:nvSpPr>
          <p:cNvPr id="5" name="">
            <a:extLst xmlns:a="http://schemas.openxmlformats.org/drawingml/2006/main">
              <a:ext uri="{FF2B5EF4-FFF2-40B4-BE49-F238E27FC236}">
                <a16:creationId xmlns:a16="http://schemas.microsoft.com/office/drawing/2014/main" id="{8BCD4C3B-2EEC-47EC-AE98-79AB3B4464E5}"/>
              </a:ext>
            </a:extLst>
          </p:cNvPr>
          <p:cNvSpPr>
            <a:spLocks xmlns:a="http://schemas.openxmlformats.org/drawingml/2006/main" noGrp="1"/>
          </p:cNvSpPr>
          <p:nvPr/>
        </p:nvSpPr>
        <p:spPr>
          <a:xfrm xmlns:a="http://schemas.openxmlformats.org/drawingml/2006/main">
            <a:off x="666750" y="36004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03A30"/>
                </a:solidFill>
                <a:latin typeface="Arial"/>
                <a:ea typeface="Arial"/>
                <a:cs typeface="Arial"/>
              </a:defRPr>
            </a:defPPr>
            <a:lvl1pPr>
              <a:defRPr sz="2250" b="1">
                <a:solidFill>
                  <a:srgbClr val="103A30"/>
                </a:solidFill>
                <a:latin typeface="Arial"/>
                <a:ea typeface="Arial"/>
                <a:cs typeface="Arial"/>
              </a:defRPr>
            </a:lvl1pPr>
            <a:lvl2pPr>
              <a:defRPr sz="2250" b="1">
                <a:solidFill>
                  <a:srgbClr val="103A30"/>
                </a:solidFill>
                <a:latin typeface="Arial"/>
                <a:ea typeface="Arial"/>
                <a:cs typeface="Arial"/>
              </a:defRPr>
            </a:lvl2pPr>
            <a:lvl3pPr>
              <a:defRPr sz="2250" b="1">
                <a:solidFill>
                  <a:srgbClr val="103A30"/>
                </a:solidFill>
                <a:latin typeface="Arial"/>
                <a:ea typeface="Arial"/>
                <a:cs typeface="Arial"/>
              </a:defRPr>
            </a:lvl3pPr>
            <a:lvl4pPr>
              <a:defRPr sz="2250" b="1">
                <a:solidFill>
                  <a:srgbClr val="103A30"/>
                </a:solidFill>
                <a:latin typeface="Arial"/>
                <a:ea typeface="Arial"/>
                <a:cs typeface="Arial"/>
              </a:defRPr>
            </a:lvl4pPr>
            <a:lvl5pPr>
              <a:defRPr sz="2250" b="1">
                <a:solidFill>
                  <a:srgbClr val="103A30"/>
                </a:solidFill>
                <a:latin typeface="Arial"/>
                <a:ea typeface="Arial"/>
                <a:cs typeface="Arial"/>
              </a:defRPr>
            </a:lvl5pPr>
            <a:lvl6pPr>
              <a:defRPr sz="2250" b="1">
                <a:solidFill>
                  <a:srgbClr val="103A30"/>
                </a:solidFill>
                <a:latin typeface="Arial"/>
                <a:ea typeface="Arial"/>
                <a:cs typeface="Arial"/>
              </a:defRPr>
            </a:lvl6pPr>
            <a:lvl7pPr>
              <a:defRPr sz="2250" b="1">
                <a:solidFill>
                  <a:srgbClr val="103A30"/>
                </a:solidFill>
                <a:latin typeface="Arial"/>
                <a:ea typeface="Arial"/>
                <a:cs typeface="Arial"/>
              </a:defRPr>
            </a:lvl7pPr>
            <a:lvl8pPr>
              <a:defRPr sz="2250" b="1">
                <a:solidFill>
                  <a:srgbClr val="103A30"/>
                </a:solidFill>
                <a:latin typeface="Arial"/>
                <a:ea typeface="Arial"/>
                <a:cs typeface="Arial"/>
              </a:defRPr>
            </a:lvl8pPr>
            <a:lvl9pPr>
              <a:defRPr sz="2250" b="1">
                <a:solidFill>
                  <a:srgbClr val="103A30"/>
                </a:solidFill>
                <a:latin typeface="Arial"/>
                <a:ea typeface="Arial"/>
                <a:cs typeface="Arial"/>
              </a:defRPr>
            </a:lvl9pPr>
          </a:lstStyle>
          <a:p xmlns:a="http://schemas.openxmlformats.org/drawingml/2006/main">
            <a:pPr>
              <a:defRPr sz="2250" b="1">
                <a:solidFill>
                  <a:srgbClr val="103A30"/>
                </a:solidFill>
                <a:latin typeface="Arial"/>
                <a:ea typeface="Arial"/>
                <a:cs typeface="Arial"/>
              </a:defRPr>
            </a:pPr>
            <a:r>
              <a:rPr sz="2250" b="1">
                <a:solidFill>
                  <a:srgbClr val="103A30"/>
                </a:solidFill>
                <a:latin typeface="Arial"/>
                <a:ea typeface="Arial"/>
                <a:cs typeface="Arial"/>
              </a:rPr>
              <a:t>регрессиялық тест</a:t>
            </a:r>
          </a:p>
        </p:txBody>
      </p:sp>
      <p:sp>
        <p:nvSpPr>
          <p:cNvPr id="6" name="">
            <a:extLst xmlns:a="http://schemas.openxmlformats.org/drawingml/2006/main">
              <a:ext uri="{FF2B5EF4-FFF2-40B4-BE49-F238E27FC236}">
                <a16:creationId xmlns:a16="http://schemas.microsoft.com/office/drawing/2014/main" id="{2AFAA053-B1B9-47D7-A474-09B2E5BDEE63}"/>
              </a:ext>
            </a:extLst>
          </p:cNvPr>
          <p:cNvSpPr>
            <a:spLocks xmlns:a="http://schemas.openxmlformats.org/drawingml/2006/main" noGrp="1"/>
          </p:cNvSpPr>
          <p:nvPr/>
        </p:nvSpPr>
        <p:spPr>
          <a:xfrm xmlns:a="http://schemas.openxmlformats.org/drawingml/2006/main">
            <a:off x="628650" y="43434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207A5B"/>
                </a:solidFill>
                <a:latin typeface="Arial"/>
                <a:ea typeface="Arial"/>
                <a:cs typeface="Arial"/>
              </a:defRPr>
            </a:defPPr>
            <a:lvl1pPr>
              <a:defRPr sz="5700" b="1">
                <a:solidFill>
                  <a:srgbClr val="207A5B"/>
                </a:solidFill>
                <a:latin typeface="Arial"/>
                <a:ea typeface="Arial"/>
                <a:cs typeface="Arial"/>
              </a:defRPr>
            </a:lvl1pPr>
            <a:lvl2pPr>
              <a:defRPr sz="5700" b="1">
                <a:solidFill>
                  <a:srgbClr val="207A5B"/>
                </a:solidFill>
                <a:latin typeface="Arial"/>
                <a:ea typeface="Arial"/>
                <a:cs typeface="Arial"/>
              </a:defRPr>
            </a:lvl2pPr>
            <a:lvl3pPr>
              <a:defRPr sz="5700" b="1">
                <a:solidFill>
                  <a:srgbClr val="207A5B"/>
                </a:solidFill>
                <a:latin typeface="Arial"/>
                <a:ea typeface="Arial"/>
                <a:cs typeface="Arial"/>
              </a:defRPr>
            </a:lvl3pPr>
            <a:lvl4pPr>
              <a:defRPr sz="5700" b="1">
                <a:solidFill>
                  <a:srgbClr val="207A5B"/>
                </a:solidFill>
                <a:latin typeface="Arial"/>
                <a:ea typeface="Arial"/>
                <a:cs typeface="Arial"/>
              </a:defRPr>
            </a:lvl4pPr>
            <a:lvl5pPr>
              <a:defRPr sz="5700" b="1">
                <a:solidFill>
                  <a:srgbClr val="207A5B"/>
                </a:solidFill>
                <a:latin typeface="Arial"/>
                <a:ea typeface="Arial"/>
                <a:cs typeface="Arial"/>
              </a:defRPr>
            </a:lvl5pPr>
            <a:lvl6pPr>
              <a:defRPr sz="5700" b="1">
                <a:solidFill>
                  <a:srgbClr val="207A5B"/>
                </a:solidFill>
                <a:latin typeface="Arial"/>
                <a:ea typeface="Arial"/>
                <a:cs typeface="Arial"/>
              </a:defRPr>
            </a:lvl6pPr>
            <a:lvl7pPr>
              <a:defRPr sz="5700" b="1">
                <a:solidFill>
                  <a:srgbClr val="207A5B"/>
                </a:solidFill>
                <a:latin typeface="Arial"/>
                <a:ea typeface="Arial"/>
                <a:cs typeface="Arial"/>
              </a:defRPr>
            </a:lvl7pPr>
            <a:lvl8pPr>
              <a:defRPr sz="5700" b="1">
                <a:solidFill>
                  <a:srgbClr val="207A5B"/>
                </a:solidFill>
                <a:latin typeface="Arial"/>
                <a:ea typeface="Arial"/>
                <a:cs typeface="Arial"/>
              </a:defRPr>
            </a:lvl8pPr>
            <a:lvl9pPr>
              <a:defRPr sz="5700" b="1">
                <a:solidFill>
                  <a:srgbClr val="207A5B"/>
                </a:solidFill>
                <a:latin typeface="Arial"/>
                <a:ea typeface="Arial"/>
                <a:cs typeface="Arial"/>
              </a:defRPr>
            </a:lvl9pPr>
          </a:lstStyle>
          <a:p xmlns:a="http://schemas.openxmlformats.org/drawingml/2006/main">
            <a:pPr>
              <a:defRPr sz="5700" b="1">
                <a:solidFill>
                  <a:srgbClr val="207A5B"/>
                </a:solidFill>
                <a:latin typeface="Arial"/>
                <a:ea typeface="Arial"/>
                <a:cs typeface="Arial"/>
              </a:defRPr>
            </a:pPr>
            <a:r>
              <a:rPr sz="5700" b="1">
                <a:solidFill>
                  <a:srgbClr val="207A5B"/>
                </a:solidFill>
                <a:latin typeface="Arial"/>
                <a:ea typeface="Arial"/>
                <a:cs typeface="Arial"/>
              </a:rPr>
              <a:t>+ 8</a:t>
            </a:r>
          </a:p>
        </p:txBody>
      </p:sp>
      <p:sp>
        <p:nvSpPr>
          <p:cNvPr id="7" name="">
            <a:extLst xmlns:a="http://schemas.openxmlformats.org/drawingml/2006/main">
              <a:ext uri="{FF2B5EF4-FFF2-40B4-BE49-F238E27FC236}">
                <a16:creationId xmlns:a16="http://schemas.microsoft.com/office/drawing/2014/main" id="{C8A1ABA4-2989-496E-AAAC-83FA47B19CAF}"/>
              </a:ext>
            </a:extLst>
          </p:cNvPr>
          <p:cNvSpPr>
            <a:spLocks xmlns:a="http://schemas.openxmlformats.org/drawingml/2006/main" noGrp="1"/>
          </p:cNvSpPr>
          <p:nvPr/>
        </p:nvSpPr>
        <p:spPr>
          <a:xfrm xmlns:a="http://schemas.openxmlformats.org/drawingml/2006/main">
            <a:off x="666750" y="536257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03A30"/>
                </a:solidFill>
                <a:latin typeface="Arial"/>
                <a:ea typeface="Arial"/>
                <a:cs typeface="Arial"/>
              </a:defRPr>
            </a:defPPr>
            <a:lvl1pPr>
              <a:defRPr sz="2025" b="1">
                <a:solidFill>
                  <a:srgbClr val="103A30"/>
                </a:solidFill>
                <a:latin typeface="Arial"/>
                <a:ea typeface="Arial"/>
                <a:cs typeface="Arial"/>
              </a:defRPr>
            </a:lvl1pPr>
            <a:lvl2pPr>
              <a:defRPr sz="2025" b="1">
                <a:solidFill>
                  <a:srgbClr val="103A30"/>
                </a:solidFill>
                <a:latin typeface="Arial"/>
                <a:ea typeface="Arial"/>
                <a:cs typeface="Arial"/>
              </a:defRPr>
            </a:lvl2pPr>
            <a:lvl3pPr>
              <a:defRPr sz="2025" b="1">
                <a:solidFill>
                  <a:srgbClr val="103A30"/>
                </a:solidFill>
                <a:latin typeface="Arial"/>
                <a:ea typeface="Arial"/>
                <a:cs typeface="Arial"/>
              </a:defRPr>
            </a:lvl3pPr>
            <a:lvl4pPr>
              <a:defRPr sz="2025" b="1">
                <a:solidFill>
                  <a:srgbClr val="103A30"/>
                </a:solidFill>
                <a:latin typeface="Arial"/>
                <a:ea typeface="Arial"/>
                <a:cs typeface="Arial"/>
              </a:defRPr>
            </a:lvl4pPr>
            <a:lvl5pPr>
              <a:defRPr sz="2025" b="1">
                <a:solidFill>
                  <a:srgbClr val="103A30"/>
                </a:solidFill>
                <a:latin typeface="Arial"/>
                <a:ea typeface="Arial"/>
                <a:cs typeface="Arial"/>
              </a:defRPr>
            </a:lvl5pPr>
            <a:lvl6pPr>
              <a:defRPr sz="2025" b="1">
                <a:solidFill>
                  <a:srgbClr val="103A30"/>
                </a:solidFill>
                <a:latin typeface="Arial"/>
                <a:ea typeface="Arial"/>
                <a:cs typeface="Arial"/>
              </a:defRPr>
            </a:lvl6pPr>
            <a:lvl7pPr>
              <a:defRPr sz="2025" b="1">
                <a:solidFill>
                  <a:srgbClr val="103A30"/>
                </a:solidFill>
                <a:latin typeface="Arial"/>
                <a:ea typeface="Arial"/>
                <a:cs typeface="Arial"/>
              </a:defRPr>
            </a:lvl7pPr>
            <a:lvl8pPr>
              <a:defRPr sz="2025" b="1">
                <a:solidFill>
                  <a:srgbClr val="103A30"/>
                </a:solidFill>
                <a:latin typeface="Arial"/>
                <a:ea typeface="Arial"/>
                <a:cs typeface="Arial"/>
              </a:defRPr>
            </a:lvl8pPr>
            <a:lvl9pPr>
              <a:defRPr sz="2025" b="1">
                <a:solidFill>
                  <a:srgbClr val="103A30"/>
                </a:solidFill>
                <a:latin typeface="Arial"/>
                <a:ea typeface="Arial"/>
                <a:cs typeface="Arial"/>
              </a:defRPr>
            </a:lvl9pPr>
          </a:lstStyle>
          <a:p xmlns:a="http://schemas.openxmlformats.org/drawingml/2006/main">
            <a:pPr>
              <a:defRPr sz="2025" b="1">
                <a:solidFill>
                  <a:srgbClr val="103A30"/>
                </a:solidFill>
                <a:latin typeface="Arial"/>
                <a:ea typeface="Arial"/>
                <a:cs typeface="Arial"/>
              </a:defRPr>
            </a:pPr>
            <a:r>
              <a:rPr sz="2025" b="1">
                <a:solidFill>
                  <a:srgbClr val="103A30"/>
                </a:solidFill>
                <a:latin typeface="Arial"/>
                <a:ea typeface="Arial"/>
                <a:cs typeface="Arial"/>
              </a:rPr>
              <a:t>ТТ талаптарының жеке тексеруі</a:t>
            </a:r>
          </a:p>
        </p:txBody>
      </p:sp>
      <p:sp>
        <p:nvSpPr>
          <p:cNvPr id="8" name="">
            <a:extLst xmlns:a="http://schemas.openxmlformats.org/drawingml/2006/main">
              <a:ext uri="{FF2B5EF4-FFF2-40B4-BE49-F238E27FC236}">
                <a16:creationId xmlns:a16="http://schemas.microsoft.com/office/drawing/2014/main" id="{387C20BC-B27C-472A-BDA6-DCC93585E9A2}"/>
              </a:ext>
            </a:extLst>
          </p:cNvPr>
          <p:cNvSpPr>
            <a:spLocks xmlns:a="http://schemas.openxmlformats.org/drawingml/2006/main" noGrp="1"/>
          </p:cNvSpPr>
          <p:nvPr/>
        </p:nvSpPr>
        <p:spPr>
          <a:xfrm xmlns:a="http://schemas.openxmlformats.org/drawingml/2006/main">
            <a:off x="5819775" y="2105025"/>
            <a:ext cx="19050" cy="3724275"/>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BCF1BD-D397-4B02-9B5A-6DE8516A3B54}"/>
              </a:ext>
            </a:extLst>
          </p:cNvPr>
          <p:cNvSpPr>
            <a:spLocks xmlns:a="http://schemas.openxmlformats.org/drawingml/2006/main" noGrp="1"/>
          </p:cNvSpPr>
          <p:nvPr/>
        </p:nvSpPr>
        <p:spPr>
          <a:xfrm xmlns:a="http://schemas.openxmlformats.org/drawingml/2006/main">
            <a:off x="6400800" y="21812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Қолжетімділік</a:t>
            </a:r>
          </a:p>
        </p:txBody>
      </p:sp>
      <p:sp>
        <p:nvSpPr>
          <p:cNvPr id="10" name="">
            <a:extLst xmlns:a="http://schemas.openxmlformats.org/drawingml/2006/main">
              <a:ext uri="{FF2B5EF4-FFF2-40B4-BE49-F238E27FC236}">
                <a16:creationId xmlns:a16="http://schemas.microsoft.com/office/drawing/2014/main" id="{6CD17187-2283-47FA-9F51-43BE335374DC}"/>
              </a:ext>
            </a:extLst>
          </p:cNvPr>
          <p:cNvSpPr>
            <a:spLocks xmlns:a="http://schemas.openxmlformats.org/drawingml/2006/main" noGrp="1"/>
          </p:cNvSpPr>
          <p:nvPr/>
        </p:nvSpPr>
        <p:spPr>
          <a:xfrm xmlns:a="http://schemas.openxmlformats.org/drawingml/2006/main">
            <a:off x="6400800" y="2619375"/>
            <a:ext cx="4953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Рөлдер мен API беретін деректерді тексеру.</a:t>
            </a:r>
          </a:p>
        </p:txBody>
      </p:sp>
      <p:sp>
        <p:nvSpPr>
          <p:cNvPr id="11" name="">
            <a:extLst xmlns:a="http://schemas.openxmlformats.org/drawingml/2006/main">
              <a:ext uri="{FF2B5EF4-FFF2-40B4-BE49-F238E27FC236}">
                <a16:creationId xmlns:a16="http://schemas.microsoft.com/office/drawing/2014/main" id="{BF0CE660-CCFE-4D4C-8B99-C7CC1DDBC3D4}"/>
              </a:ext>
            </a:extLst>
          </p:cNvPr>
          <p:cNvSpPr>
            <a:spLocks xmlns:a="http://schemas.openxmlformats.org/drawingml/2006/main" noGrp="1"/>
          </p:cNvSpPr>
          <p:nvPr/>
        </p:nvSpPr>
        <p:spPr>
          <a:xfrm xmlns:a="http://schemas.openxmlformats.org/drawingml/2006/main">
            <a:off x="6400800" y="34004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Бизнес ережелер</a:t>
            </a:r>
          </a:p>
        </p:txBody>
      </p:sp>
      <p:sp>
        <p:nvSpPr>
          <p:cNvPr id="12" name="">
            <a:extLst xmlns:a="http://schemas.openxmlformats.org/drawingml/2006/main">
              <a:ext uri="{FF2B5EF4-FFF2-40B4-BE49-F238E27FC236}">
                <a16:creationId xmlns:a16="http://schemas.microsoft.com/office/drawing/2014/main" id="{B74F9BE9-71FD-476D-87CD-C6AFF9AA7E7A}"/>
              </a:ext>
            </a:extLst>
          </p:cNvPr>
          <p:cNvSpPr>
            <a:spLocks xmlns:a="http://schemas.openxmlformats.org/drawingml/2006/main" noGrp="1"/>
          </p:cNvSpPr>
          <p:nvPr/>
        </p:nvSpPr>
        <p:spPr>
          <a:xfrm xmlns:a="http://schemas.openxmlformats.org/drawingml/2006/main">
            <a:off x="6400800" y="3838575"/>
            <a:ext cx="4953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Күндердің қиылысуы, қалдық және қайта шешім қабылдауға тыйым.</a:t>
            </a:r>
          </a:p>
        </p:txBody>
      </p:sp>
      <p:sp>
        <p:nvSpPr>
          <p:cNvPr id="13" name="">
            <a:extLst xmlns:a="http://schemas.openxmlformats.org/drawingml/2006/main">
              <a:ext uri="{FF2B5EF4-FFF2-40B4-BE49-F238E27FC236}">
                <a16:creationId xmlns:a16="http://schemas.microsoft.com/office/drawing/2014/main" id="{6A65FC07-96A1-4354-B9D3-4977C265E078}"/>
              </a:ext>
            </a:extLst>
          </p:cNvPr>
          <p:cNvSpPr>
            <a:spLocks xmlns:a="http://schemas.openxmlformats.org/drawingml/2006/main" noGrp="1"/>
          </p:cNvSpPr>
          <p:nvPr/>
        </p:nvSpPr>
        <p:spPr>
          <a:xfrm xmlns:a="http://schemas.openxmlformats.org/drawingml/2006/main">
            <a:off x="6400800" y="46196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Сақтау</a:t>
            </a:r>
          </a:p>
        </p:txBody>
      </p:sp>
      <p:sp>
        <p:nvSpPr>
          <p:cNvPr id="14" name="">
            <a:extLst xmlns:a="http://schemas.openxmlformats.org/drawingml/2006/main">
              <a:ext uri="{FF2B5EF4-FFF2-40B4-BE49-F238E27FC236}">
                <a16:creationId xmlns:a16="http://schemas.microsoft.com/office/drawing/2014/main" id="{A0476311-59F4-47C4-ACE0-76C40F2E6640}"/>
              </a:ext>
            </a:extLst>
          </p:cNvPr>
          <p:cNvSpPr>
            <a:spLocks xmlns:a="http://schemas.openxmlformats.org/drawingml/2006/main" noGrp="1"/>
          </p:cNvSpPr>
          <p:nvPr/>
        </p:nvSpPr>
        <p:spPr>
          <a:xfrm xmlns:a="http://schemas.openxmlformats.org/drawingml/2006/main">
            <a:off x="6400800" y="5057775"/>
            <a:ext cx="4953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Өтінімдер, тарих, оқу, байланыс деректері мен хабарламалар.</a:t>
            </a:r>
          </a:p>
        </p:txBody>
      </p:sp>
      <p:sp>
        <p:nvSpPr>
          <p:cNvPr id="15" name="">
            <a:extLst xmlns:a="http://schemas.openxmlformats.org/drawingml/2006/main">
              <a:ext uri="{FF2B5EF4-FFF2-40B4-BE49-F238E27FC236}">
                <a16:creationId xmlns:a16="http://schemas.microsoft.com/office/drawing/2014/main" id="{4CCB24D0-FBD7-4672-964F-49445FE12379}"/>
              </a:ext>
            </a:extLst>
          </p:cNvPr>
          <p:cNvSpPr>
            <a:spLocks xmlns:a="http://schemas.openxmlformats.org/drawingml/2006/main" noGrp="1"/>
          </p:cNvSpPr>
          <p:nvPr/>
        </p:nvSpPr>
        <p:spPr>
          <a:xfrm xmlns:a="http://schemas.openxmlformats.org/drawingml/2006/main">
            <a:off x="609600" y="64008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3776F"/>
                </a:solidFill>
                <a:latin typeface="Arial"/>
                <a:ea typeface="Arial"/>
                <a:cs typeface="Arial"/>
              </a:defRPr>
            </a:defPPr>
            <a:lvl1pPr>
              <a:defRPr sz="1275" b="0">
                <a:solidFill>
                  <a:srgbClr val="63776F"/>
                </a:solidFill>
                <a:latin typeface="Arial"/>
                <a:ea typeface="Arial"/>
                <a:cs typeface="Arial"/>
              </a:defRPr>
            </a:lvl1pPr>
            <a:lvl2pPr>
              <a:defRPr sz="1275" b="0">
                <a:solidFill>
                  <a:srgbClr val="63776F"/>
                </a:solidFill>
                <a:latin typeface="Arial"/>
                <a:ea typeface="Arial"/>
                <a:cs typeface="Arial"/>
              </a:defRPr>
            </a:lvl2pPr>
            <a:lvl3pPr>
              <a:defRPr sz="1275" b="0">
                <a:solidFill>
                  <a:srgbClr val="63776F"/>
                </a:solidFill>
                <a:latin typeface="Arial"/>
                <a:ea typeface="Arial"/>
                <a:cs typeface="Arial"/>
              </a:defRPr>
            </a:lvl3pPr>
            <a:lvl4pPr>
              <a:defRPr sz="1275" b="0">
                <a:solidFill>
                  <a:srgbClr val="63776F"/>
                </a:solidFill>
                <a:latin typeface="Arial"/>
                <a:ea typeface="Arial"/>
                <a:cs typeface="Arial"/>
              </a:defRPr>
            </a:lvl4pPr>
            <a:lvl5pPr>
              <a:defRPr sz="1275" b="0">
                <a:solidFill>
                  <a:srgbClr val="63776F"/>
                </a:solidFill>
                <a:latin typeface="Arial"/>
                <a:ea typeface="Arial"/>
                <a:cs typeface="Arial"/>
              </a:defRPr>
            </a:lvl5pPr>
            <a:lvl6pPr>
              <a:defRPr sz="1275" b="0">
                <a:solidFill>
                  <a:srgbClr val="63776F"/>
                </a:solidFill>
                <a:latin typeface="Arial"/>
                <a:ea typeface="Arial"/>
                <a:cs typeface="Arial"/>
              </a:defRPr>
            </a:lvl6pPr>
            <a:lvl7pPr>
              <a:defRPr sz="1275" b="0">
                <a:solidFill>
                  <a:srgbClr val="63776F"/>
                </a:solidFill>
                <a:latin typeface="Arial"/>
                <a:ea typeface="Arial"/>
                <a:cs typeface="Arial"/>
              </a:defRPr>
            </a:lvl7pPr>
            <a:lvl8pPr>
              <a:defRPr sz="1275" b="0">
                <a:solidFill>
                  <a:srgbClr val="63776F"/>
                </a:solidFill>
                <a:latin typeface="Arial"/>
                <a:ea typeface="Arial"/>
                <a:cs typeface="Arial"/>
              </a:defRPr>
            </a:lvl8pPr>
            <a:lvl9pPr>
              <a:defRPr sz="1275" b="0">
                <a:solidFill>
                  <a:srgbClr val="63776F"/>
                </a:solidFill>
                <a:latin typeface="Arial"/>
                <a:ea typeface="Arial"/>
                <a:cs typeface="Arial"/>
              </a:defRPr>
            </a:lvl9pPr>
          </a:lstStyle>
          <a:p xmlns:a="http://schemas.openxmlformats.org/drawingml/2006/main">
            <a:pPr>
              <a:defRPr sz="1275" b="0">
                <a:solidFill>
                  <a:srgbClr val="63776F"/>
                </a:solidFill>
                <a:latin typeface="Arial"/>
                <a:ea typeface="Arial"/>
                <a:cs typeface="Arial"/>
              </a:defRPr>
            </a:pPr>
            <a:r>
              <a:rPr sz="1275" b="0">
                <a:solidFill>
                  <a:srgbClr val="63776F"/>
                </a:solidFill>
                <a:latin typeface="Arial"/>
                <a:ea typeface="Arial"/>
                <a:cs typeface="Arial"/>
              </a:rPr>
              <a:t>Жергілікті аудит: 18.10.2026. Тексерулер өтті. Бұл өнімнің дайындық пайызы немесе қауіпсіздік сертификаты емес.</a:t>
            </a:r>
          </a:p>
        </p:txBody>
      </p:sp>
    </p:spTree>
    <p:extLst>
      <p:ext uri="{BB962C8B-B14F-4D97-AF65-F5344CB8AC3E}">
        <p14:creationId xmlns:p14="http://schemas.microsoft.com/office/powerpoint/2010/main" val="1963844323"/>
      </p:ext>
    </p:extLst>
  </p:cSld>
</p:sld>
</file>

<file path=ppt/slides/slide10.xml><?xml version="1.0" encoding="utf-8"?>
<p:sld xmlns:p="http://schemas.openxmlformats.org/presentationml/2006/main">
  <p:cSld>
    <p:bg>
      <p:bgPr>
        <a:solidFill xmlns:a="http://schemas.openxmlformats.org/drawingml/2006/main">
          <a:srgbClr val="103A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BBF6EF0-7BD1-45FC-820E-1B6746CE0F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B8CBC4"/>
                </a:solidFill>
                <a:latin typeface="Arial"/>
                <a:ea typeface="Arial"/>
                <a:cs typeface="Arial"/>
              </a:defRPr>
            </a:defPPr>
            <a:lvl1pPr>
              <a:defRPr sz="1350" b="0">
                <a:solidFill>
                  <a:srgbClr val="B8CBC4"/>
                </a:solidFill>
                <a:latin typeface="Arial"/>
                <a:ea typeface="Arial"/>
                <a:cs typeface="Arial"/>
              </a:defRPr>
            </a:lvl1pPr>
            <a:lvl2pPr>
              <a:defRPr sz="1350" b="0">
                <a:solidFill>
                  <a:srgbClr val="B8CBC4"/>
                </a:solidFill>
                <a:latin typeface="Arial"/>
                <a:ea typeface="Arial"/>
                <a:cs typeface="Arial"/>
              </a:defRPr>
            </a:lvl2pPr>
            <a:lvl3pPr>
              <a:defRPr sz="1350" b="0">
                <a:solidFill>
                  <a:srgbClr val="B8CBC4"/>
                </a:solidFill>
                <a:latin typeface="Arial"/>
                <a:ea typeface="Arial"/>
                <a:cs typeface="Arial"/>
              </a:defRPr>
            </a:lvl3pPr>
            <a:lvl4pPr>
              <a:defRPr sz="1350" b="0">
                <a:solidFill>
                  <a:srgbClr val="B8CBC4"/>
                </a:solidFill>
                <a:latin typeface="Arial"/>
                <a:ea typeface="Arial"/>
                <a:cs typeface="Arial"/>
              </a:defRPr>
            </a:lvl4pPr>
            <a:lvl5pPr>
              <a:defRPr sz="1350" b="0">
                <a:solidFill>
                  <a:srgbClr val="B8CBC4"/>
                </a:solidFill>
                <a:latin typeface="Arial"/>
                <a:ea typeface="Arial"/>
                <a:cs typeface="Arial"/>
              </a:defRPr>
            </a:lvl5pPr>
            <a:lvl6pPr>
              <a:defRPr sz="1350" b="0">
                <a:solidFill>
                  <a:srgbClr val="B8CBC4"/>
                </a:solidFill>
                <a:latin typeface="Arial"/>
                <a:ea typeface="Arial"/>
                <a:cs typeface="Arial"/>
              </a:defRPr>
            </a:lvl6pPr>
            <a:lvl7pPr>
              <a:defRPr sz="1350" b="0">
                <a:solidFill>
                  <a:srgbClr val="B8CBC4"/>
                </a:solidFill>
                <a:latin typeface="Arial"/>
                <a:ea typeface="Arial"/>
                <a:cs typeface="Arial"/>
              </a:defRPr>
            </a:lvl7pPr>
            <a:lvl8pPr>
              <a:defRPr sz="1350" b="0">
                <a:solidFill>
                  <a:srgbClr val="B8CBC4"/>
                </a:solidFill>
                <a:latin typeface="Arial"/>
                <a:ea typeface="Arial"/>
                <a:cs typeface="Arial"/>
              </a:defRPr>
            </a:lvl8pPr>
            <a:lvl9pPr>
              <a:defRPr sz="1350" b="0">
                <a:solidFill>
                  <a:srgbClr val="B8CBC4"/>
                </a:solidFill>
                <a:latin typeface="Arial"/>
                <a:ea typeface="Arial"/>
                <a:cs typeface="Arial"/>
              </a:defRPr>
            </a:lvl9pPr>
          </a:lstStyle>
          <a:p xmlns:a="http://schemas.openxmlformats.org/drawingml/2006/main">
            <a:pPr>
              <a:defRPr sz="1350" b="0">
                <a:solidFill>
                  <a:srgbClr val="B8CBC4"/>
                </a:solidFill>
                <a:latin typeface="Arial"/>
                <a:ea typeface="Arial"/>
                <a:cs typeface="Arial"/>
              </a:defRPr>
            </a:pPr>
            <a:r>
              <a:rPr sz="1350" b="0">
                <a:solidFill>
                  <a:srgbClr val="B8CBC4"/>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2420344-D978-4CE2-8759-50A95B25182A}"/>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3F4ED"/>
                </a:solidFill>
                <a:latin typeface="Arial"/>
                <a:ea typeface="Arial"/>
                <a:cs typeface="Arial"/>
              </a:defRPr>
            </a:defPPr>
            <a:lvl1pPr>
              <a:defRPr sz="3600" b="1">
                <a:solidFill>
                  <a:srgbClr val="F3F4ED"/>
                </a:solidFill>
                <a:latin typeface="Arial"/>
                <a:ea typeface="Arial"/>
                <a:cs typeface="Arial"/>
              </a:defRPr>
            </a:lvl1pPr>
            <a:lvl2pPr>
              <a:defRPr sz="3600" b="1">
                <a:solidFill>
                  <a:srgbClr val="F3F4ED"/>
                </a:solidFill>
                <a:latin typeface="Arial"/>
                <a:ea typeface="Arial"/>
                <a:cs typeface="Arial"/>
              </a:defRPr>
            </a:lvl2pPr>
            <a:lvl3pPr>
              <a:defRPr sz="3600" b="1">
                <a:solidFill>
                  <a:srgbClr val="F3F4ED"/>
                </a:solidFill>
                <a:latin typeface="Arial"/>
                <a:ea typeface="Arial"/>
                <a:cs typeface="Arial"/>
              </a:defRPr>
            </a:lvl3pPr>
            <a:lvl4pPr>
              <a:defRPr sz="3600" b="1">
                <a:solidFill>
                  <a:srgbClr val="F3F4ED"/>
                </a:solidFill>
                <a:latin typeface="Arial"/>
                <a:ea typeface="Arial"/>
                <a:cs typeface="Arial"/>
              </a:defRPr>
            </a:lvl4pPr>
            <a:lvl5pPr>
              <a:defRPr sz="3600" b="1">
                <a:solidFill>
                  <a:srgbClr val="F3F4ED"/>
                </a:solidFill>
                <a:latin typeface="Arial"/>
                <a:ea typeface="Arial"/>
                <a:cs typeface="Arial"/>
              </a:defRPr>
            </a:lvl5pPr>
            <a:lvl6pPr>
              <a:defRPr sz="3600" b="1">
                <a:solidFill>
                  <a:srgbClr val="F3F4ED"/>
                </a:solidFill>
                <a:latin typeface="Arial"/>
                <a:ea typeface="Arial"/>
                <a:cs typeface="Arial"/>
              </a:defRPr>
            </a:lvl6pPr>
            <a:lvl7pPr>
              <a:defRPr sz="3600" b="1">
                <a:solidFill>
                  <a:srgbClr val="F3F4ED"/>
                </a:solidFill>
                <a:latin typeface="Arial"/>
                <a:ea typeface="Arial"/>
                <a:cs typeface="Arial"/>
              </a:defRPr>
            </a:lvl7pPr>
            <a:lvl8pPr>
              <a:defRPr sz="3600" b="1">
                <a:solidFill>
                  <a:srgbClr val="F3F4ED"/>
                </a:solidFill>
                <a:latin typeface="Arial"/>
                <a:ea typeface="Arial"/>
                <a:cs typeface="Arial"/>
              </a:defRPr>
            </a:lvl8pPr>
            <a:lvl9pPr>
              <a:defRPr sz="3600" b="1">
                <a:solidFill>
                  <a:srgbClr val="F3F4ED"/>
                </a:solidFill>
                <a:latin typeface="Arial"/>
                <a:ea typeface="Arial"/>
                <a:cs typeface="Arial"/>
              </a:defRPr>
            </a:lvl9pPr>
          </a:lstStyle>
          <a:p xmlns:a="http://schemas.openxmlformats.org/drawingml/2006/main">
            <a:pPr>
              <a:defRPr sz="3600" b="1">
                <a:solidFill>
                  <a:srgbClr val="F3F4ED"/>
                </a:solidFill>
                <a:latin typeface="Arial"/>
                <a:ea typeface="Arial"/>
                <a:cs typeface="Arial"/>
              </a:defRPr>
            </a:pPr>
            <a:r>
              <a:rPr sz="3600" b="1">
                <a:solidFill>
                  <a:srgbClr val="F3F4ED"/>
                </a:solidFill>
                <a:latin typeface="Arial"/>
                <a:ea typeface="Arial"/>
                <a:cs typeface="Arial"/>
              </a:rPr>
              <a:t>Жұмыс істейтін MVP.</a:t>
            </a:r>
          </a:p>
          <a:p xmlns:a="http://schemas.openxmlformats.org/drawingml/2006/main">
            <a:pPr>
              <a:defRPr sz="3600" b="1">
                <a:solidFill>
                  <a:srgbClr val="F3F4ED"/>
                </a:solidFill>
                <a:latin typeface="Arial"/>
                <a:ea typeface="Arial"/>
                <a:cs typeface="Arial"/>
              </a:defRPr>
            </a:pPr>
            <a:r>
              <a:rPr sz="3600" b="1">
                <a:solidFill>
                  <a:srgbClr val="F3F4ED"/>
                </a:solidFill>
                <a:latin typeface="Arial"/>
                <a:ea typeface="Arial"/>
                <a:cs typeface="Arial"/>
              </a:rPr>
              <a:t>Келесі қадам: пилот.</a:t>
            </a:r>
          </a:p>
        </p:txBody>
      </p:sp>
      <p:sp>
        <p:nvSpPr>
          <p:cNvPr id="4" name="">
            <a:extLst xmlns:a="http://schemas.openxmlformats.org/drawingml/2006/main">
              <a:ext uri="{FF2B5EF4-FFF2-40B4-BE49-F238E27FC236}">
                <a16:creationId xmlns:a16="http://schemas.microsoft.com/office/drawing/2014/main" id="{A75ACBBD-C30B-4163-B591-BF35EAADA8A6}"/>
              </a:ext>
            </a:extLst>
          </p:cNvPr>
          <p:cNvSpPr>
            <a:spLocks xmlns:a="http://schemas.openxmlformats.org/drawingml/2006/main" noGrp="1"/>
          </p:cNvSpPr>
          <p:nvPr/>
        </p:nvSpPr>
        <p:spPr>
          <a:xfrm xmlns:a="http://schemas.openxmlformats.org/drawingml/2006/main">
            <a:off x="609600" y="2257425"/>
            <a:ext cx="5429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D5F579"/>
                </a:solidFill>
                <a:latin typeface="Arial"/>
                <a:ea typeface="Arial"/>
                <a:cs typeface="Arial"/>
              </a:defRPr>
            </a:defPPr>
            <a:lvl1pPr>
              <a:defRPr sz="2475" b="1">
                <a:solidFill>
                  <a:srgbClr val="D5F579"/>
                </a:solidFill>
                <a:latin typeface="Arial"/>
                <a:ea typeface="Arial"/>
                <a:cs typeface="Arial"/>
              </a:defRPr>
            </a:lvl1pPr>
            <a:lvl2pPr>
              <a:defRPr sz="2475" b="1">
                <a:solidFill>
                  <a:srgbClr val="D5F579"/>
                </a:solidFill>
                <a:latin typeface="Arial"/>
                <a:ea typeface="Arial"/>
                <a:cs typeface="Arial"/>
              </a:defRPr>
            </a:lvl2pPr>
            <a:lvl3pPr>
              <a:defRPr sz="2475" b="1">
                <a:solidFill>
                  <a:srgbClr val="D5F579"/>
                </a:solidFill>
                <a:latin typeface="Arial"/>
                <a:ea typeface="Arial"/>
                <a:cs typeface="Arial"/>
              </a:defRPr>
            </a:lvl3pPr>
            <a:lvl4pPr>
              <a:defRPr sz="2475" b="1">
                <a:solidFill>
                  <a:srgbClr val="D5F579"/>
                </a:solidFill>
                <a:latin typeface="Arial"/>
                <a:ea typeface="Arial"/>
                <a:cs typeface="Arial"/>
              </a:defRPr>
            </a:lvl4pPr>
            <a:lvl5pPr>
              <a:defRPr sz="2475" b="1">
                <a:solidFill>
                  <a:srgbClr val="D5F579"/>
                </a:solidFill>
                <a:latin typeface="Arial"/>
                <a:ea typeface="Arial"/>
                <a:cs typeface="Arial"/>
              </a:defRPr>
            </a:lvl5pPr>
            <a:lvl6pPr>
              <a:defRPr sz="2475" b="1">
                <a:solidFill>
                  <a:srgbClr val="D5F579"/>
                </a:solidFill>
                <a:latin typeface="Arial"/>
                <a:ea typeface="Arial"/>
                <a:cs typeface="Arial"/>
              </a:defRPr>
            </a:lvl6pPr>
            <a:lvl7pPr>
              <a:defRPr sz="2475" b="1">
                <a:solidFill>
                  <a:srgbClr val="D5F579"/>
                </a:solidFill>
                <a:latin typeface="Arial"/>
                <a:ea typeface="Arial"/>
                <a:cs typeface="Arial"/>
              </a:defRPr>
            </a:lvl7pPr>
            <a:lvl8pPr>
              <a:defRPr sz="2475" b="1">
                <a:solidFill>
                  <a:srgbClr val="D5F579"/>
                </a:solidFill>
                <a:latin typeface="Arial"/>
                <a:ea typeface="Arial"/>
                <a:cs typeface="Arial"/>
              </a:defRPr>
            </a:lvl8pPr>
            <a:lvl9pPr>
              <a:defRPr sz="2475" b="1">
                <a:solidFill>
                  <a:srgbClr val="D5F579"/>
                </a:solidFill>
                <a:latin typeface="Arial"/>
                <a:ea typeface="Arial"/>
                <a:cs typeface="Arial"/>
              </a:defRPr>
            </a:lvl9pPr>
          </a:lstStyle>
          <a:p xmlns:a="http://schemas.openxmlformats.org/drawingml/2006/main">
            <a:pPr>
              <a:defRPr sz="2475" b="1">
                <a:solidFill>
                  <a:srgbClr val="D5F579"/>
                </a:solidFill>
                <a:latin typeface="Arial"/>
                <a:ea typeface="Arial"/>
                <a:cs typeface="Arial"/>
              </a:defRPr>
            </a:pPr>
            <a:r>
              <a:rPr sz="2475" b="1">
                <a:solidFill>
                  <a:srgbClr val="D5F579"/>
                </a:solidFill>
                <a:latin typeface="Arial"/>
                <a:ea typeface="Arial"/>
                <a:cs typeface="Arial"/>
              </a:rPr>
              <a:t>Қызметкер не істеу керегін біледі.</a:t>
            </a:r>
          </a:p>
          <a:p xmlns:a="http://schemas.openxmlformats.org/drawingml/2006/main">
            <a:pPr>
              <a:defRPr sz="2475" b="1">
                <a:solidFill>
                  <a:srgbClr val="D5F579"/>
                </a:solidFill>
                <a:latin typeface="Arial"/>
                <a:ea typeface="Arial"/>
                <a:cs typeface="Arial"/>
              </a:defRPr>
            </a:pPr>
            <a:r>
              <a:rPr sz="2475" b="1">
                <a:solidFill>
                  <a:srgbClr val="D5F579"/>
                </a:solidFill>
                <a:latin typeface="Arial"/>
                <a:ea typeface="Arial"/>
                <a:cs typeface="Arial"/>
              </a:rPr>
              <a:t>Басшы қандай шешім керегін көреді.</a:t>
            </a:r>
          </a:p>
          <a:p xmlns:a="http://schemas.openxmlformats.org/drawingml/2006/main">
            <a:pPr>
              <a:defRPr sz="2475" b="1">
                <a:solidFill>
                  <a:srgbClr val="D5F579"/>
                </a:solidFill>
                <a:latin typeface="Arial"/>
                <a:ea typeface="Arial"/>
                <a:cs typeface="Arial"/>
              </a:defRPr>
            </a:pPr>
            <a:r>
              <a:rPr sz="2475" b="1">
                <a:solidFill>
                  <a:srgbClr val="D5F579"/>
                </a:solidFill>
                <a:latin typeface="Arial"/>
                <a:ea typeface="Arial"/>
                <a:cs typeface="Arial"/>
              </a:rPr>
              <a:t>HR жалпы жағдайды бақылайды.</a:t>
            </a:r>
          </a:p>
        </p:txBody>
      </p:sp>
      <p:sp>
        <p:nvSpPr>
          <p:cNvPr id="5" name="">
            <a:extLst xmlns:a="http://schemas.openxmlformats.org/drawingml/2006/main">
              <a:ext uri="{FF2B5EF4-FFF2-40B4-BE49-F238E27FC236}">
                <a16:creationId xmlns:a16="http://schemas.microsoft.com/office/drawing/2014/main" id="{7944104F-369F-49DA-9E60-3A1CD0D1C3EB}"/>
              </a:ext>
            </a:extLst>
          </p:cNvPr>
          <p:cNvSpPr>
            <a:spLocks xmlns:a="http://schemas.openxmlformats.org/drawingml/2006/main" noGrp="1"/>
          </p:cNvSpPr>
          <p:nvPr/>
        </p:nvSpPr>
        <p:spPr>
          <a:xfrm xmlns:a="http://schemas.openxmlformats.org/drawingml/2006/main">
            <a:off x="609600" y="44291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4ED"/>
                </a:solidFill>
                <a:latin typeface="Arial"/>
                <a:ea typeface="Arial"/>
                <a:cs typeface="Arial"/>
              </a:defRPr>
            </a:defPPr>
            <a:lvl1pPr>
              <a:defRPr sz="1800" b="1">
                <a:solidFill>
                  <a:srgbClr val="F3F4ED"/>
                </a:solidFill>
                <a:latin typeface="Arial"/>
                <a:ea typeface="Arial"/>
                <a:cs typeface="Arial"/>
              </a:defRPr>
            </a:lvl1pPr>
            <a:lvl2pPr>
              <a:defRPr sz="1800" b="1">
                <a:solidFill>
                  <a:srgbClr val="F3F4ED"/>
                </a:solidFill>
                <a:latin typeface="Arial"/>
                <a:ea typeface="Arial"/>
                <a:cs typeface="Arial"/>
              </a:defRPr>
            </a:lvl2pPr>
            <a:lvl3pPr>
              <a:defRPr sz="1800" b="1">
                <a:solidFill>
                  <a:srgbClr val="F3F4ED"/>
                </a:solidFill>
                <a:latin typeface="Arial"/>
                <a:ea typeface="Arial"/>
                <a:cs typeface="Arial"/>
              </a:defRPr>
            </a:lvl3pPr>
            <a:lvl4pPr>
              <a:defRPr sz="1800" b="1">
                <a:solidFill>
                  <a:srgbClr val="F3F4ED"/>
                </a:solidFill>
                <a:latin typeface="Arial"/>
                <a:ea typeface="Arial"/>
                <a:cs typeface="Arial"/>
              </a:defRPr>
            </a:lvl4pPr>
            <a:lvl5pPr>
              <a:defRPr sz="1800" b="1">
                <a:solidFill>
                  <a:srgbClr val="F3F4ED"/>
                </a:solidFill>
                <a:latin typeface="Arial"/>
                <a:ea typeface="Arial"/>
                <a:cs typeface="Arial"/>
              </a:defRPr>
            </a:lvl5pPr>
            <a:lvl6pPr>
              <a:defRPr sz="1800" b="1">
                <a:solidFill>
                  <a:srgbClr val="F3F4ED"/>
                </a:solidFill>
                <a:latin typeface="Arial"/>
                <a:ea typeface="Arial"/>
                <a:cs typeface="Arial"/>
              </a:defRPr>
            </a:lvl6pPr>
            <a:lvl7pPr>
              <a:defRPr sz="1800" b="1">
                <a:solidFill>
                  <a:srgbClr val="F3F4ED"/>
                </a:solidFill>
                <a:latin typeface="Arial"/>
                <a:ea typeface="Arial"/>
                <a:cs typeface="Arial"/>
              </a:defRPr>
            </a:lvl7pPr>
            <a:lvl8pPr>
              <a:defRPr sz="1800" b="1">
                <a:solidFill>
                  <a:srgbClr val="F3F4ED"/>
                </a:solidFill>
                <a:latin typeface="Arial"/>
                <a:ea typeface="Arial"/>
                <a:cs typeface="Arial"/>
              </a:defRPr>
            </a:lvl8pPr>
            <a:lvl9pPr>
              <a:defRPr sz="1800" b="1">
                <a:solidFill>
                  <a:srgbClr val="F3F4ED"/>
                </a:solidFill>
                <a:latin typeface="Arial"/>
                <a:ea typeface="Arial"/>
                <a:cs typeface="Arial"/>
              </a:defRPr>
            </a:lvl9pPr>
          </a:lstStyle>
          <a:p xmlns:a="http://schemas.openxmlformats.org/drawingml/2006/main">
            <a:pPr>
              <a:defRPr sz="1800" b="1">
                <a:solidFill>
                  <a:srgbClr val="F3F4ED"/>
                </a:solidFill>
                <a:latin typeface="Arial"/>
                <a:ea typeface="Arial"/>
                <a:cs typeface="Arial"/>
              </a:defRPr>
            </a:pPr>
            <a:r>
              <a:rPr sz="1800" b="1">
                <a:solidFill>
                  <a:srgbClr val="F3F4ED"/>
                </a:solidFill>
                <a:latin typeface="Arial"/>
                <a:ea typeface="Arial"/>
                <a:cs typeface="Arial"/>
              </a:rPr>
              <a:t>Пилотта бағаланатын көрсеткіштер:</a:t>
            </a:r>
          </a:p>
        </p:txBody>
      </p:sp>
      <p:sp>
        <p:nvSpPr>
          <p:cNvPr id="6" name="">
            <a:extLst xmlns:a="http://schemas.openxmlformats.org/drawingml/2006/main">
              <a:ext uri="{FF2B5EF4-FFF2-40B4-BE49-F238E27FC236}">
                <a16:creationId xmlns:a16="http://schemas.microsoft.com/office/drawing/2014/main" id="{2E73254E-3318-4199-81AD-1079B8B6171F}"/>
              </a:ext>
            </a:extLst>
          </p:cNvPr>
          <p:cNvSpPr>
            <a:spLocks xmlns:a="http://schemas.openxmlformats.org/drawingml/2006/main" noGrp="1"/>
          </p:cNvSpPr>
          <p:nvPr/>
        </p:nvSpPr>
        <p:spPr>
          <a:xfrm xmlns:a="http://schemas.openxmlformats.org/drawingml/2006/main">
            <a:off x="609600" y="4972050"/>
            <a:ext cx="5524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8CBC4"/>
                </a:solidFill>
                <a:latin typeface="Arial"/>
                <a:ea typeface="Arial"/>
                <a:cs typeface="Arial"/>
              </a:defRPr>
            </a:defPPr>
            <a:lvl1pPr>
              <a:defRPr sz="1875" b="0">
                <a:solidFill>
                  <a:srgbClr val="B8CBC4"/>
                </a:solidFill>
                <a:latin typeface="Arial"/>
                <a:ea typeface="Arial"/>
                <a:cs typeface="Arial"/>
              </a:defRPr>
            </a:lvl1pPr>
            <a:lvl2pPr>
              <a:defRPr sz="1875" b="0">
                <a:solidFill>
                  <a:srgbClr val="B8CBC4"/>
                </a:solidFill>
                <a:latin typeface="Arial"/>
                <a:ea typeface="Arial"/>
                <a:cs typeface="Arial"/>
              </a:defRPr>
            </a:lvl2pPr>
            <a:lvl3pPr>
              <a:defRPr sz="1875" b="0">
                <a:solidFill>
                  <a:srgbClr val="B8CBC4"/>
                </a:solidFill>
                <a:latin typeface="Arial"/>
                <a:ea typeface="Arial"/>
                <a:cs typeface="Arial"/>
              </a:defRPr>
            </a:lvl3pPr>
            <a:lvl4pPr>
              <a:defRPr sz="1875" b="0">
                <a:solidFill>
                  <a:srgbClr val="B8CBC4"/>
                </a:solidFill>
                <a:latin typeface="Arial"/>
                <a:ea typeface="Arial"/>
                <a:cs typeface="Arial"/>
              </a:defRPr>
            </a:lvl4pPr>
            <a:lvl5pPr>
              <a:defRPr sz="1875" b="0">
                <a:solidFill>
                  <a:srgbClr val="B8CBC4"/>
                </a:solidFill>
                <a:latin typeface="Arial"/>
                <a:ea typeface="Arial"/>
                <a:cs typeface="Arial"/>
              </a:defRPr>
            </a:lvl5pPr>
            <a:lvl6pPr>
              <a:defRPr sz="1875" b="0">
                <a:solidFill>
                  <a:srgbClr val="B8CBC4"/>
                </a:solidFill>
                <a:latin typeface="Arial"/>
                <a:ea typeface="Arial"/>
                <a:cs typeface="Arial"/>
              </a:defRPr>
            </a:lvl6pPr>
            <a:lvl7pPr>
              <a:defRPr sz="1875" b="0">
                <a:solidFill>
                  <a:srgbClr val="B8CBC4"/>
                </a:solidFill>
                <a:latin typeface="Arial"/>
                <a:ea typeface="Arial"/>
                <a:cs typeface="Arial"/>
              </a:defRPr>
            </a:lvl7pPr>
            <a:lvl8pPr>
              <a:defRPr sz="1875" b="0">
                <a:solidFill>
                  <a:srgbClr val="B8CBC4"/>
                </a:solidFill>
                <a:latin typeface="Arial"/>
                <a:ea typeface="Arial"/>
                <a:cs typeface="Arial"/>
              </a:defRPr>
            </a:lvl8pPr>
            <a:lvl9pPr>
              <a:defRPr sz="1875" b="0">
                <a:solidFill>
                  <a:srgbClr val="B8CBC4"/>
                </a:solidFill>
                <a:latin typeface="Arial"/>
                <a:ea typeface="Arial"/>
                <a:cs typeface="Arial"/>
              </a:defRPr>
            </a:lvl9pPr>
          </a:lstStyle>
          <a:p xmlns:a="http://schemas.openxmlformats.org/drawingml/2006/main">
            <a:pPr>
              <a:defRPr sz="1875" b="0">
                <a:solidFill>
                  <a:srgbClr val="B8CBC4"/>
                </a:solidFill>
                <a:latin typeface="Arial"/>
                <a:ea typeface="Arial"/>
                <a:cs typeface="Arial"/>
              </a:defRPr>
            </a:pPr>
            <a:r>
              <a:rPr sz="1875" b="0">
                <a:solidFill>
                  <a:srgbClr val="B8CBC4"/>
                </a:solidFill>
                <a:latin typeface="Arial"/>
                <a:ea typeface="Arial"/>
                <a:cs typeface="Arial"/>
              </a:rPr>
              <a:t>келісу уақыты, нақтылаусыз қабылданған</a:t>
            </a:r>
          </a:p>
          <a:p xmlns:a="http://schemas.openxmlformats.org/drawingml/2006/main">
            <a:pPr>
              <a:defRPr sz="1875" b="0">
                <a:solidFill>
                  <a:srgbClr val="B8CBC4"/>
                </a:solidFill>
                <a:latin typeface="Arial"/>
                <a:ea typeface="Arial"/>
                <a:cs typeface="Arial"/>
              </a:defRPr>
            </a:pPr>
            <a:r>
              <a:rPr sz="1875" b="0">
                <a:solidFill>
                  <a:srgbClr val="B8CBC4"/>
                </a:solidFill>
                <a:latin typeface="Arial"/>
                <a:ea typeface="Arial"/>
                <a:cs typeface="Arial"/>
              </a:rPr>
              <a:t>өтінімдер үлесі және HR-ға типтік сұрақтар саны.</a:t>
            </a:r>
          </a:p>
        </p:txBody>
      </p:sp>
      <p:sp>
        <p:nvSpPr>
          <p:cNvPr id="7" name="">
            <a:extLst xmlns:a="http://schemas.openxmlformats.org/drawingml/2006/main">
              <a:ext uri="{FF2B5EF4-FFF2-40B4-BE49-F238E27FC236}">
                <a16:creationId xmlns:a16="http://schemas.microsoft.com/office/drawing/2014/main" id="{A21FC2AA-40B6-4630-8532-F312D9F0E86A}"/>
              </a:ext>
            </a:extLst>
          </p:cNvPr>
          <p:cNvSpPr>
            <a:spLocks xmlns:a="http://schemas.openxmlformats.org/drawingml/2006/main" noGrp="1"/>
          </p:cNvSpPr>
          <p:nvPr/>
        </p:nvSpPr>
        <p:spPr>
          <a:xfrm xmlns:a="http://schemas.openxmlformats.org/drawingml/2006/main">
            <a:off x="6705600" y="5400675"/>
            <a:ext cx="4857750" cy="19050"/>
          </a:xfrm>
          <a:prstGeom xmlns:a="http://schemas.openxmlformats.org/drawingml/2006/main" prst="rect">
            <a:avLst/>
          </a:prstGeom>
          <a:solidFill xmlns:a="http://schemas.openxmlformats.org/drawingml/2006/main">
            <a:srgbClr val="55796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1152B3-6375-4401-8F56-28BA3E313944}"/>
              </a:ext>
            </a:extLst>
          </p:cNvPr>
          <p:cNvSpPr>
            <a:spLocks xmlns:a="http://schemas.openxmlformats.org/drawingml/2006/main" noGrp="1"/>
          </p:cNvSpPr>
          <p:nvPr/>
        </p:nvSpPr>
        <p:spPr>
          <a:xfrm xmlns:a="http://schemas.openxmlformats.org/drawingml/2006/main">
            <a:off x="6705600" y="5638800"/>
            <a:ext cx="1714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D5F579"/>
                </a:solidFill>
                <a:latin typeface="Arial"/>
                <a:ea typeface="Arial"/>
                <a:cs typeface="Arial"/>
              </a:defRPr>
            </a:defPPr>
            <a:lvl1pPr>
              <a:defRPr sz="1725" b="1">
                <a:solidFill>
                  <a:srgbClr val="D5F579"/>
                </a:solidFill>
                <a:latin typeface="Arial"/>
                <a:ea typeface="Arial"/>
                <a:cs typeface="Arial"/>
              </a:defRPr>
            </a:lvl1pPr>
            <a:lvl2pPr>
              <a:defRPr sz="1725" b="1">
                <a:solidFill>
                  <a:srgbClr val="D5F579"/>
                </a:solidFill>
                <a:latin typeface="Arial"/>
                <a:ea typeface="Arial"/>
                <a:cs typeface="Arial"/>
              </a:defRPr>
            </a:lvl2pPr>
            <a:lvl3pPr>
              <a:defRPr sz="1725" b="1">
                <a:solidFill>
                  <a:srgbClr val="D5F579"/>
                </a:solidFill>
                <a:latin typeface="Arial"/>
                <a:ea typeface="Arial"/>
                <a:cs typeface="Arial"/>
              </a:defRPr>
            </a:lvl3pPr>
            <a:lvl4pPr>
              <a:defRPr sz="1725" b="1">
                <a:solidFill>
                  <a:srgbClr val="D5F579"/>
                </a:solidFill>
                <a:latin typeface="Arial"/>
                <a:ea typeface="Arial"/>
                <a:cs typeface="Arial"/>
              </a:defRPr>
            </a:lvl4pPr>
            <a:lvl5pPr>
              <a:defRPr sz="1725" b="1">
                <a:solidFill>
                  <a:srgbClr val="D5F579"/>
                </a:solidFill>
                <a:latin typeface="Arial"/>
                <a:ea typeface="Arial"/>
                <a:cs typeface="Arial"/>
              </a:defRPr>
            </a:lvl5pPr>
            <a:lvl6pPr>
              <a:defRPr sz="1725" b="1">
                <a:solidFill>
                  <a:srgbClr val="D5F579"/>
                </a:solidFill>
                <a:latin typeface="Arial"/>
                <a:ea typeface="Arial"/>
                <a:cs typeface="Arial"/>
              </a:defRPr>
            </a:lvl6pPr>
            <a:lvl7pPr>
              <a:defRPr sz="1725" b="1">
                <a:solidFill>
                  <a:srgbClr val="D5F579"/>
                </a:solidFill>
                <a:latin typeface="Arial"/>
                <a:ea typeface="Arial"/>
                <a:cs typeface="Arial"/>
              </a:defRPr>
            </a:lvl7pPr>
            <a:lvl8pPr>
              <a:defRPr sz="1725" b="1">
                <a:solidFill>
                  <a:srgbClr val="D5F579"/>
                </a:solidFill>
                <a:latin typeface="Arial"/>
                <a:ea typeface="Arial"/>
                <a:cs typeface="Arial"/>
              </a:defRPr>
            </a:lvl8pPr>
            <a:lvl9pPr>
              <a:defRPr sz="1725" b="1">
                <a:solidFill>
                  <a:srgbClr val="D5F579"/>
                </a:solidFill>
                <a:latin typeface="Arial"/>
                <a:ea typeface="Arial"/>
                <a:cs typeface="Arial"/>
              </a:defRPr>
            </a:lvl9pPr>
          </a:lstStyle>
          <a:p xmlns:a="http://schemas.openxmlformats.org/drawingml/2006/main">
            <a:pPr>
              <a:defRPr sz="1725" b="1">
                <a:solidFill>
                  <a:srgbClr val="D5F579"/>
                </a:solidFill>
                <a:latin typeface="Arial"/>
                <a:ea typeface="Arial"/>
                <a:cs typeface="Arial"/>
              </a:defRPr>
            </a:pPr>
            <a:r>
              <a:rPr sz="1725" b="1">
                <a:solidFill>
                  <a:srgbClr val="D5F579"/>
                </a:solidFill>
                <a:latin typeface="Arial"/>
                <a:ea typeface="Arial"/>
                <a:cs typeface="Arial"/>
              </a:rPr>
              <a:t>Әрі қарай</a:t>
            </a:r>
          </a:p>
        </p:txBody>
      </p:sp>
      <p:sp>
        <p:nvSpPr>
          <p:cNvPr id="9" name="">
            <a:extLst xmlns:a="http://schemas.openxmlformats.org/drawingml/2006/main">
              <a:ext uri="{FF2B5EF4-FFF2-40B4-BE49-F238E27FC236}">
                <a16:creationId xmlns:a16="http://schemas.microsoft.com/office/drawing/2014/main" id="{5B207559-C8F4-440D-BFF9-F144FA6349E4}"/>
              </a:ext>
            </a:extLst>
          </p:cNvPr>
          <p:cNvSpPr>
            <a:spLocks xmlns:a="http://schemas.openxmlformats.org/drawingml/2006/main" noGrp="1"/>
          </p:cNvSpPr>
          <p:nvPr/>
        </p:nvSpPr>
        <p:spPr>
          <a:xfrm xmlns:a="http://schemas.openxmlformats.org/drawingml/2006/main">
            <a:off x="6705600" y="60674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F3F4ED"/>
                </a:solidFill>
                <a:latin typeface="Arial"/>
                <a:ea typeface="Arial"/>
                <a:cs typeface="Arial"/>
              </a:defRPr>
            </a:defPPr>
            <a:lvl1pPr>
              <a:defRPr sz="1575" b="0">
                <a:solidFill>
                  <a:srgbClr val="F3F4ED"/>
                </a:solidFill>
                <a:latin typeface="Arial"/>
                <a:ea typeface="Arial"/>
                <a:cs typeface="Arial"/>
              </a:defRPr>
            </a:lvl1pPr>
            <a:lvl2pPr>
              <a:defRPr sz="1575" b="0">
                <a:solidFill>
                  <a:srgbClr val="F3F4ED"/>
                </a:solidFill>
                <a:latin typeface="Arial"/>
                <a:ea typeface="Arial"/>
                <a:cs typeface="Arial"/>
              </a:defRPr>
            </a:lvl2pPr>
            <a:lvl3pPr>
              <a:defRPr sz="1575" b="0">
                <a:solidFill>
                  <a:srgbClr val="F3F4ED"/>
                </a:solidFill>
                <a:latin typeface="Arial"/>
                <a:ea typeface="Arial"/>
                <a:cs typeface="Arial"/>
              </a:defRPr>
            </a:lvl3pPr>
            <a:lvl4pPr>
              <a:defRPr sz="1575" b="0">
                <a:solidFill>
                  <a:srgbClr val="F3F4ED"/>
                </a:solidFill>
                <a:latin typeface="Arial"/>
                <a:ea typeface="Arial"/>
                <a:cs typeface="Arial"/>
              </a:defRPr>
            </a:lvl4pPr>
            <a:lvl5pPr>
              <a:defRPr sz="1575" b="0">
                <a:solidFill>
                  <a:srgbClr val="F3F4ED"/>
                </a:solidFill>
                <a:latin typeface="Arial"/>
                <a:ea typeface="Arial"/>
                <a:cs typeface="Arial"/>
              </a:defRPr>
            </a:lvl5pPr>
            <a:lvl6pPr>
              <a:defRPr sz="1575" b="0">
                <a:solidFill>
                  <a:srgbClr val="F3F4ED"/>
                </a:solidFill>
                <a:latin typeface="Arial"/>
                <a:ea typeface="Arial"/>
                <a:cs typeface="Arial"/>
              </a:defRPr>
            </a:lvl6pPr>
            <a:lvl7pPr>
              <a:defRPr sz="1575" b="0">
                <a:solidFill>
                  <a:srgbClr val="F3F4ED"/>
                </a:solidFill>
                <a:latin typeface="Arial"/>
                <a:ea typeface="Arial"/>
                <a:cs typeface="Arial"/>
              </a:defRPr>
            </a:lvl7pPr>
            <a:lvl8pPr>
              <a:defRPr sz="1575" b="0">
                <a:solidFill>
                  <a:srgbClr val="F3F4ED"/>
                </a:solidFill>
                <a:latin typeface="Arial"/>
                <a:ea typeface="Arial"/>
                <a:cs typeface="Arial"/>
              </a:defRPr>
            </a:lvl8pPr>
            <a:lvl9pPr>
              <a:defRPr sz="1575" b="0">
                <a:solidFill>
                  <a:srgbClr val="F3F4ED"/>
                </a:solidFill>
                <a:latin typeface="Arial"/>
                <a:ea typeface="Arial"/>
                <a:cs typeface="Arial"/>
              </a:defRPr>
            </a:lvl9pPr>
          </a:lstStyle>
          <a:p xmlns:a="http://schemas.openxmlformats.org/drawingml/2006/main">
            <a:pPr>
              <a:defRPr sz="1575" b="0">
                <a:solidFill>
                  <a:srgbClr val="F3F4ED"/>
                </a:solidFill>
                <a:latin typeface="Arial"/>
                <a:ea typeface="Arial"/>
                <a:cs typeface="Arial"/>
              </a:defRPr>
            </a:pPr>
            <a:r>
              <a:rPr sz="1575" b="0">
                <a:solidFill>
                  <a:srgbClr val="F3F4ED"/>
                </a:solidFill>
                <a:latin typeface="Arial"/>
                <a:ea typeface="Arial"/>
                <a:cs typeface="Arial"/>
              </a:rPr>
              <a:t>Интеграциялар, қорғалған ортаға орналастыру,</a:t>
            </a:r>
          </a:p>
          <a:p xmlns:a="http://schemas.openxmlformats.org/drawingml/2006/main">
            <a:pPr>
              <a:defRPr sz="1575" b="0">
                <a:solidFill>
                  <a:srgbClr val="F3F4ED"/>
                </a:solidFill>
                <a:latin typeface="Arial"/>
                <a:ea typeface="Arial"/>
                <a:cs typeface="Arial"/>
              </a:defRPr>
            </a:pPr>
            <a:r>
              <a:rPr sz="1575" b="0">
                <a:solidFill>
                  <a:srgbClr val="F3F4ED"/>
                </a:solidFill>
                <a:latin typeface="Arial"/>
                <a:ea typeface="Arial"/>
                <a:cs typeface="Arial"/>
              </a:rPr>
              <a:t>келісілген білім базасы және RU/KZ.</a:t>
            </a:r>
          </a:p>
        </p:txBody>
      </p:sp>
      <p:sp>
        <p:nvSpPr>
          <p:cNvPr id="10" name="">
            <a:extLst xmlns:a="http://schemas.openxmlformats.org/drawingml/2006/main">
              <a:ext uri="{FF2B5EF4-FFF2-40B4-BE49-F238E27FC236}">
                <a16:creationId xmlns:a16="http://schemas.microsoft.com/office/drawing/2014/main" id="{DFA6AD1C-6D13-4F5B-BC73-B940AFAE694A}"/>
              </a:ext>
            </a:extLst>
          </p:cNvPr>
          <p:cNvSpPr>
            <a:spLocks xmlns:a="http://schemas.openxmlformats.org/drawingml/2006/main" noGrp="1"/>
          </p:cNvSpPr>
          <p:nvPr/>
        </p:nvSpPr>
        <p:spPr>
          <a:xfrm xmlns:a="http://schemas.openxmlformats.org/drawingml/2006/main">
            <a:off x="6705600" y="2114550"/>
            <a:ext cx="4857750" cy="3038302"/>
          </a:xfrm>
          <a:prstGeom xmlns:a="http://schemas.openxmlformats.org/drawingml/2006/main" prst="roundRect">
            <a:avLst>
              <a:gd name="adj" fmla="val 1254"/>
            </a:avLst>
          </a:prstGeom>
          <a:solidFill xmlns:a="http://schemas.openxmlformats.org/drawingml/2006/main">
            <a:srgbClr val="F2F6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2587B8-06E0-478F-A4E0-6903C4998290}"/>
              </a:ext>
            </a:extLst>
          </p:cNvPr>
          <p:cNvSpPr>
            <a:spLocks xmlns:a="http://schemas.openxmlformats.org/drawingml/2006/main" noGrp="1"/>
          </p:cNvSpPr>
          <p:nvPr/>
        </p:nvSpPr>
        <p:spPr>
          <a:xfrm xmlns:a="http://schemas.openxmlformats.org/drawingml/2006/main">
            <a:off x="6705600" y="2114550"/>
            <a:ext cx="980382" cy="3038302"/>
          </a:xfrm>
          <a:prstGeom xmlns:a="http://schemas.openxmlformats.org/drawingml/2006/main" prst="roundRect">
            <a:avLst>
              <a:gd name="adj" fmla="val 3886"/>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8250C8-6722-4E36-B985-B6AD82302700}"/>
              </a:ext>
            </a:extLst>
          </p:cNvPr>
          <p:cNvSpPr>
            <a:spLocks xmlns:a="http://schemas.openxmlformats.org/drawingml/2006/main" noGrp="1"/>
          </p:cNvSpPr>
          <p:nvPr/>
        </p:nvSpPr>
        <p:spPr>
          <a:xfrm xmlns:a="http://schemas.openxmlformats.org/drawingml/2006/main">
            <a:off x="7690398" y="2114550"/>
            <a:ext cx="3872952" cy="379788"/>
          </a:xfrm>
          <a:prstGeom xmlns:a="http://schemas.openxmlformats.org/drawingml/2006/main" prst="roundRect">
            <a:avLst>
              <a:gd name="adj" fmla="val 10032"/>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FD63144-A2A6-4C02-AD1E-43FAB8D56DA6}"/>
              </a:ext>
            </a:extLst>
          </p:cNvPr>
          <p:cNvSpPr>
            <a:spLocks xmlns:a="http://schemas.openxmlformats.org/drawingml/2006/main" noGrp="1"/>
          </p:cNvSpPr>
          <p:nvPr/>
        </p:nvSpPr>
        <p:spPr>
          <a:xfrm xmlns:a="http://schemas.openxmlformats.org/drawingml/2006/main">
            <a:off x="6829252" y="2264699"/>
            <a:ext cx="794905" cy="27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48" b="1">
                <a:solidFill>
                  <a:srgbClr val="207A5B"/>
                </a:solidFill>
                <a:latin typeface="Arial"/>
                <a:ea typeface="Arial"/>
                <a:cs typeface="Arial"/>
              </a:defRPr>
            </a:defPPr>
            <a:lvl1pPr>
              <a:defRPr sz="1148" b="1">
                <a:solidFill>
                  <a:srgbClr val="207A5B"/>
                </a:solidFill>
                <a:latin typeface="Arial"/>
                <a:ea typeface="Arial"/>
                <a:cs typeface="Arial"/>
              </a:defRPr>
            </a:lvl1pPr>
            <a:lvl2pPr>
              <a:defRPr sz="1148" b="1">
                <a:solidFill>
                  <a:srgbClr val="207A5B"/>
                </a:solidFill>
                <a:latin typeface="Arial"/>
                <a:ea typeface="Arial"/>
                <a:cs typeface="Arial"/>
              </a:defRPr>
            </a:lvl2pPr>
            <a:lvl3pPr>
              <a:defRPr sz="1148" b="1">
                <a:solidFill>
                  <a:srgbClr val="207A5B"/>
                </a:solidFill>
                <a:latin typeface="Arial"/>
                <a:ea typeface="Arial"/>
                <a:cs typeface="Arial"/>
              </a:defRPr>
            </a:lvl3pPr>
            <a:lvl4pPr>
              <a:defRPr sz="1148" b="1">
                <a:solidFill>
                  <a:srgbClr val="207A5B"/>
                </a:solidFill>
                <a:latin typeface="Arial"/>
                <a:ea typeface="Arial"/>
                <a:cs typeface="Arial"/>
              </a:defRPr>
            </a:lvl4pPr>
            <a:lvl5pPr>
              <a:defRPr sz="1148" b="1">
                <a:solidFill>
                  <a:srgbClr val="207A5B"/>
                </a:solidFill>
                <a:latin typeface="Arial"/>
                <a:ea typeface="Arial"/>
                <a:cs typeface="Arial"/>
              </a:defRPr>
            </a:lvl5pPr>
            <a:lvl6pPr>
              <a:defRPr sz="1148" b="1">
                <a:solidFill>
                  <a:srgbClr val="207A5B"/>
                </a:solidFill>
                <a:latin typeface="Arial"/>
                <a:ea typeface="Arial"/>
                <a:cs typeface="Arial"/>
              </a:defRPr>
            </a:lvl6pPr>
            <a:lvl7pPr>
              <a:defRPr sz="1148" b="1">
                <a:solidFill>
                  <a:srgbClr val="207A5B"/>
                </a:solidFill>
                <a:latin typeface="Arial"/>
                <a:ea typeface="Arial"/>
                <a:cs typeface="Arial"/>
              </a:defRPr>
            </a:lvl7pPr>
            <a:lvl8pPr>
              <a:defRPr sz="1148" b="1">
                <a:solidFill>
                  <a:srgbClr val="207A5B"/>
                </a:solidFill>
                <a:latin typeface="Arial"/>
                <a:ea typeface="Arial"/>
                <a:cs typeface="Arial"/>
              </a:defRPr>
            </a:lvl8pPr>
            <a:lvl9pPr>
              <a:defRPr sz="1148" b="1">
                <a:solidFill>
                  <a:srgbClr val="207A5B"/>
                </a:solidFill>
                <a:latin typeface="Arial"/>
                <a:ea typeface="Arial"/>
                <a:cs typeface="Arial"/>
              </a:defRPr>
            </a:lvl9pPr>
          </a:lstStyle>
          <a:p xmlns:a="http://schemas.openxmlformats.org/drawingml/2006/main">
            <a:pPr>
              <a:defRPr sz="1148" b="1">
                <a:solidFill>
                  <a:srgbClr val="207A5B"/>
                </a:solidFill>
                <a:latin typeface="Arial"/>
                <a:ea typeface="Arial"/>
                <a:cs typeface="Arial"/>
              </a:defRPr>
            </a:pPr>
            <a:r>
              <a:rPr sz="1148" b="1">
                <a:solidFill>
                  <a:srgbClr val="207A5B"/>
                </a:solidFill>
                <a:latin typeface="Arial"/>
                <a:ea typeface="Arial"/>
                <a:cs typeface="Arial"/>
              </a:rPr>
              <a:t>JanaМен</a:t>
            </a:r>
          </a:p>
        </p:txBody>
      </p:sp>
      <p:sp>
        <p:nvSpPr>
          <p:cNvPr id="14" name="">
            <a:extLst xmlns:a="http://schemas.openxmlformats.org/drawingml/2006/main">
              <a:ext uri="{FF2B5EF4-FFF2-40B4-BE49-F238E27FC236}">
                <a16:creationId xmlns:a16="http://schemas.microsoft.com/office/drawing/2014/main" id="{06B07E0C-8704-4CF8-A097-BDB14A9633E4}"/>
              </a:ext>
            </a:extLst>
          </p:cNvPr>
          <p:cNvSpPr>
            <a:spLocks xmlns:a="http://schemas.openxmlformats.org/drawingml/2006/main" noGrp="1"/>
          </p:cNvSpPr>
          <p:nvPr/>
        </p:nvSpPr>
        <p:spPr>
          <a:xfrm xmlns:a="http://schemas.openxmlformats.org/drawingml/2006/main">
            <a:off x="6771842" y="2754890"/>
            <a:ext cx="847898" cy="287049"/>
          </a:xfrm>
          <a:prstGeom xmlns:a="http://schemas.openxmlformats.org/drawingml/2006/main" prst="roundRect">
            <a:avLst>
              <a:gd name="adj" fmla="val 13273"/>
            </a:avLst>
          </a:prstGeom>
          <a:solidFill xmlns:a="http://schemas.openxmlformats.org/drawingml/2006/main">
            <a:srgbClr val="E8F2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C6994A1-985E-4796-8648-D3D3D07733A5}"/>
              </a:ext>
            </a:extLst>
          </p:cNvPr>
          <p:cNvSpPr>
            <a:spLocks xmlns:a="http://schemas.openxmlformats.org/drawingml/2006/main" noGrp="1"/>
          </p:cNvSpPr>
          <p:nvPr/>
        </p:nvSpPr>
        <p:spPr>
          <a:xfrm xmlns:a="http://schemas.openxmlformats.org/drawingml/2006/main">
            <a:off x="6838084" y="2834380"/>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1">
                <a:solidFill>
                  <a:srgbClr val="207A5B"/>
                </a:solidFill>
                <a:latin typeface="Arial"/>
                <a:ea typeface="Arial"/>
                <a:cs typeface="Arial"/>
              </a:defRPr>
            </a:defPPr>
            <a:lvl1pPr>
              <a:defRPr sz="835" b="1">
                <a:solidFill>
                  <a:srgbClr val="207A5B"/>
                </a:solidFill>
                <a:latin typeface="Arial"/>
                <a:ea typeface="Arial"/>
                <a:cs typeface="Arial"/>
              </a:defRPr>
            </a:lvl1pPr>
            <a:lvl2pPr>
              <a:defRPr sz="835" b="1">
                <a:solidFill>
                  <a:srgbClr val="207A5B"/>
                </a:solidFill>
                <a:latin typeface="Arial"/>
                <a:ea typeface="Arial"/>
                <a:cs typeface="Arial"/>
              </a:defRPr>
            </a:lvl2pPr>
            <a:lvl3pPr>
              <a:defRPr sz="835" b="1">
                <a:solidFill>
                  <a:srgbClr val="207A5B"/>
                </a:solidFill>
                <a:latin typeface="Arial"/>
                <a:ea typeface="Arial"/>
                <a:cs typeface="Arial"/>
              </a:defRPr>
            </a:lvl3pPr>
            <a:lvl4pPr>
              <a:defRPr sz="835" b="1">
                <a:solidFill>
                  <a:srgbClr val="207A5B"/>
                </a:solidFill>
                <a:latin typeface="Arial"/>
                <a:ea typeface="Arial"/>
                <a:cs typeface="Arial"/>
              </a:defRPr>
            </a:lvl4pPr>
            <a:lvl5pPr>
              <a:defRPr sz="835" b="1">
                <a:solidFill>
                  <a:srgbClr val="207A5B"/>
                </a:solidFill>
                <a:latin typeface="Arial"/>
                <a:ea typeface="Arial"/>
                <a:cs typeface="Arial"/>
              </a:defRPr>
            </a:lvl5pPr>
            <a:lvl6pPr>
              <a:defRPr sz="835" b="1">
                <a:solidFill>
                  <a:srgbClr val="207A5B"/>
                </a:solidFill>
                <a:latin typeface="Arial"/>
                <a:ea typeface="Arial"/>
                <a:cs typeface="Arial"/>
              </a:defRPr>
            </a:lvl6pPr>
            <a:lvl7pPr>
              <a:defRPr sz="835" b="1">
                <a:solidFill>
                  <a:srgbClr val="207A5B"/>
                </a:solidFill>
                <a:latin typeface="Arial"/>
                <a:ea typeface="Arial"/>
                <a:cs typeface="Arial"/>
              </a:defRPr>
            </a:lvl7pPr>
            <a:lvl8pPr>
              <a:defRPr sz="835" b="1">
                <a:solidFill>
                  <a:srgbClr val="207A5B"/>
                </a:solidFill>
                <a:latin typeface="Arial"/>
                <a:ea typeface="Arial"/>
                <a:cs typeface="Arial"/>
              </a:defRPr>
            </a:lvl8pPr>
            <a:lvl9pPr>
              <a:defRPr sz="835" b="1">
                <a:solidFill>
                  <a:srgbClr val="207A5B"/>
                </a:solidFill>
                <a:latin typeface="Arial"/>
                <a:ea typeface="Arial"/>
                <a:cs typeface="Arial"/>
              </a:defRPr>
            </a:lvl9pPr>
          </a:lstStyle>
          <a:p xmlns:a="http://schemas.openxmlformats.org/drawingml/2006/main">
            <a:pPr>
              <a:defRPr sz="835" b="1">
                <a:solidFill>
                  <a:srgbClr val="207A5B"/>
                </a:solidFill>
                <a:latin typeface="Arial"/>
                <a:ea typeface="Arial"/>
                <a:cs typeface="Arial"/>
              </a:defRPr>
            </a:pPr>
            <a:r>
              <a:rPr sz="835" b="1">
                <a:solidFill>
                  <a:srgbClr val="207A5B"/>
                </a:solidFill>
                <a:latin typeface="Arial"/>
                <a:ea typeface="Arial"/>
                <a:cs typeface="Arial"/>
              </a:rPr>
              <a:t>Басты бет</a:t>
            </a:r>
          </a:p>
        </p:txBody>
      </p:sp>
      <p:sp>
        <p:nvSpPr>
          <p:cNvPr id="16" name="">
            <a:extLst xmlns:a="http://schemas.openxmlformats.org/drawingml/2006/main">
              <a:ext uri="{FF2B5EF4-FFF2-40B4-BE49-F238E27FC236}">
                <a16:creationId xmlns:a16="http://schemas.microsoft.com/office/drawing/2014/main" id="{98052628-1AA1-4FEC-9CF2-EB97C6FD42BF}"/>
              </a:ext>
            </a:extLst>
          </p:cNvPr>
          <p:cNvSpPr>
            <a:spLocks xmlns:a="http://schemas.openxmlformats.org/drawingml/2006/main" noGrp="1"/>
          </p:cNvSpPr>
          <p:nvPr/>
        </p:nvSpPr>
        <p:spPr>
          <a:xfrm xmlns:a="http://schemas.openxmlformats.org/drawingml/2006/main">
            <a:off x="6838084" y="3174423"/>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103A30"/>
                </a:solidFill>
                <a:latin typeface="Arial"/>
                <a:ea typeface="Arial"/>
                <a:cs typeface="Arial"/>
              </a:defRPr>
            </a:defPPr>
            <a:lvl1pPr>
              <a:defRPr sz="835" b="0">
                <a:solidFill>
                  <a:srgbClr val="103A30"/>
                </a:solidFill>
                <a:latin typeface="Arial"/>
                <a:ea typeface="Arial"/>
                <a:cs typeface="Arial"/>
              </a:defRPr>
            </a:lvl1pPr>
            <a:lvl2pPr>
              <a:defRPr sz="835" b="0">
                <a:solidFill>
                  <a:srgbClr val="103A30"/>
                </a:solidFill>
                <a:latin typeface="Arial"/>
                <a:ea typeface="Arial"/>
                <a:cs typeface="Arial"/>
              </a:defRPr>
            </a:lvl2pPr>
            <a:lvl3pPr>
              <a:defRPr sz="835" b="0">
                <a:solidFill>
                  <a:srgbClr val="103A30"/>
                </a:solidFill>
                <a:latin typeface="Arial"/>
                <a:ea typeface="Arial"/>
                <a:cs typeface="Arial"/>
              </a:defRPr>
            </a:lvl3pPr>
            <a:lvl4pPr>
              <a:defRPr sz="835" b="0">
                <a:solidFill>
                  <a:srgbClr val="103A30"/>
                </a:solidFill>
                <a:latin typeface="Arial"/>
                <a:ea typeface="Arial"/>
                <a:cs typeface="Arial"/>
              </a:defRPr>
            </a:lvl4pPr>
            <a:lvl5pPr>
              <a:defRPr sz="835" b="0">
                <a:solidFill>
                  <a:srgbClr val="103A30"/>
                </a:solidFill>
                <a:latin typeface="Arial"/>
                <a:ea typeface="Arial"/>
                <a:cs typeface="Arial"/>
              </a:defRPr>
            </a:lvl5pPr>
            <a:lvl6pPr>
              <a:defRPr sz="835" b="0">
                <a:solidFill>
                  <a:srgbClr val="103A30"/>
                </a:solidFill>
                <a:latin typeface="Arial"/>
                <a:ea typeface="Arial"/>
                <a:cs typeface="Arial"/>
              </a:defRPr>
            </a:lvl6pPr>
            <a:lvl7pPr>
              <a:defRPr sz="835" b="0">
                <a:solidFill>
                  <a:srgbClr val="103A30"/>
                </a:solidFill>
                <a:latin typeface="Arial"/>
                <a:ea typeface="Arial"/>
                <a:cs typeface="Arial"/>
              </a:defRPr>
            </a:lvl7pPr>
            <a:lvl8pPr>
              <a:defRPr sz="835" b="0">
                <a:solidFill>
                  <a:srgbClr val="103A30"/>
                </a:solidFill>
                <a:latin typeface="Arial"/>
                <a:ea typeface="Arial"/>
                <a:cs typeface="Arial"/>
              </a:defRPr>
            </a:lvl8pPr>
            <a:lvl9pPr>
              <a:defRPr sz="835" b="0">
                <a:solidFill>
                  <a:srgbClr val="103A30"/>
                </a:solidFill>
                <a:latin typeface="Arial"/>
                <a:ea typeface="Arial"/>
                <a:cs typeface="Arial"/>
              </a:defRPr>
            </a:lvl9pPr>
          </a:lstStyle>
          <a:p xmlns:a="http://schemas.openxmlformats.org/drawingml/2006/main">
            <a:pPr>
              <a:defRPr sz="835" b="0">
                <a:solidFill>
                  <a:srgbClr val="103A30"/>
                </a:solidFill>
                <a:latin typeface="Arial"/>
                <a:ea typeface="Arial"/>
                <a:cs typeface="Arial"/>
              </a:defRPr>
            </a:pPr>
            <a:r>
              <a:rPr sz="835" b="0">
                <a:solidFill>
                  <a:srgbClr val="103A30"/>
                </a:solidFill>
                <a:latin typeface="Arial"/>
                <a:ea typeface="Arial"/>
                <a:cs typeface="Arial"/>
              </a:rPr>
              <a:t>Менің өтінімдерім</a:t>
            </a:r>
          </a:p>
        </p:txBody>
      </p:sp>
      <p:sp>
        <p:nvSpPr>
          <p:cNvPr id="17" name="">
            <a:extLst xmlns:a="http://schemas.openxmlformats.org/drawingml/2006/main">
              <a:ext uri="{FF2B5EF4-FFF2-40B4-BE49-F238E27FC236}">
                <a16:creationId xmlns:a16="http://schemas.microsoft.com/office/drawing/2014/main" id="{37B38DD1-0148-4177-B16F-A026D747E518}"/>
              </a:ext>
            </a:extLst>
          </p:cNvPr>
          <p:cNvSpPr>
            <a:spLocks xmlns:a="http://schemas.openxmlformats.org/drawingml/2006/main" noGrp="1"/>
          </p:cNvSpPr>
          <p:nvPr/>
        </p:nvSpPr>
        <p:spPr>
          <a:xfrm xmlns:a="http://schemas.openxmlformats.org/drawingml/2006/main">
            <a:off x="6838084" y="3514465"/>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103A30"/>
                </a:solidFill>
                <a:latin typeface="Arial"/>
                <a:ea typeface="Arial"/>
                <a:cs typeface="Arial"/>
              </a:defRPr>
            </a:defPPr>
            <a:lvl1pPr>
              <a:defRPr sz="835" b="0">
                <a:solidFill>
                  <a:srgbClr val="103A30"/>
                </a:solidFill>
                <a:latin typeface="Arial"/>
                <a:ea typeface="Arial"/>
                <a:cs typeface="Arial"/>
              </a:defRPr>
            </a:lvl1pPr>
            <a:lvl2pPr>
              <a:defRPr sz="835" b="0">
                <a:solidFill>
                  <a:srgbClr val="103A30"/>
                </a:solidFill>
                <a:latin typeface="Arial"/>
                <a:ea typeface="Arial"/>
                <a:cs typeface="Arial"/>
              </a:defRPr>
            </a:lvl2pPr>
            <a:lvl3pPr>
              <a:defRPr sz="835" b="0">
                <a:solidFill>
                  <a:srgbClr val="103A30"/>
                </a:solidFill>
                <a:latin typeface="Arial"/>
                <a:ea typeface="Arial"/>
                <a:cs typeface="Arial"/>
              </a:defRPr>
            </a:lvl3pPr>
            <a:lvl4pPr>
              <a:defRPr sz="835" b="0">
                <a:solidFill>
                  <a:srgbClr val="103A30"/>
                </a:solidFill>
                <a:latin typeface="Arial"/>
                <a:ea typeface="Arial"/>
                <a:cs typeface="Arial"/>
              </a:defRPr>
            </a:lvl4pPr>
            <a:lvl5pPr>
              <a:defRPr sz="835" b="0">
                <a:solidFill>
                  <a:srgbClr val="103A30"/>
                </a:solidFill>
                <a:latin typeface="Arial"/>
                <a:ea typeface="Arial"/>
                <a:cs typeface="Arial"/>
              </a:defRPr>
            </a:lvl5pPr>
            <a:lvl6pPr>
              <a:defRPr sz="835" b="0">
                <a:solidFill>
                  <a:srgbClr val="103A30"/>
                </a:solidFill>
                <a:latin typeface="Arial"/>
                <a:ea typeface="Arial"/>
                <a:cs typeface="Arial"/>
              </a:defRPr>
            </a:lvl6pPr>
            <a:lvl7pPr>
              <a:defRPr sz="835" b="0">
                <a:solidFill>
                  <a:srgbClr val="103A30"/>
                </a:solidFill>
                <a:latin typeface="Arial"/>
                <a:ea typeface="Arial"/>
                <a:cs typeface="Arial"/>
              </a:defRPr>
            </a:lvl7pPr>
            <a:lvl8pPr>
              <a:defRPr sz="835" b="0">
                <a:solidFill>
                  <a:srgbClr val="103A30"/>
                </a:solidFill>
                <a:latin typeface="Arial"/>
                <a:ea typeface="Arial"/>
                <a:cs typeface="Arial"/>
              </a:defRPr>
            </a:lvl8pPr>
            <a:lvl9pPr>
              <a:defRPr sz="835" b="0">
                <a:solidFill>
                  <a:srgbClr val="103A30"/>
                </a:solidFill>
                <a:latin typeface="Arial"/>
                <a:ea typeface="Arial"/>
                <a:cs typeface="Arial"/>
              </a:defRPr>
            </a:lvl9pPr>
          </a:lstStyle>
          <a:p xmlns:a="http://schemas.openxmlformats.org/drawingml/2006/main">
            <a:pPr>
              <a:defRPr sz="835" b="0">
                <a:solidFill>
                  <a:srgbClr val="103A30"/>
                </a:solidFill>
                <a:latin typeface="Arial"/>
                <a:ea typeface="Arial"/>
                <a:cs typeface="Arial"/>
              </a:defRPr>
            </a:pPr>
            <a:r>
              <a:rPr sz="835" b="0">
                <a:solidFill>
                  <a:srgbClr val="103A30"/>
                </a:solidFill>
                <a:latin typeface="Arial"/>
                <a:ea typeface="Arial"/>
                <a:cs typeface="Arial"/>
              </a:rPr>
              <a:t>Jana Academy</a:t>
            </a:r>
          </a:p>
        </p:txBody>
      </p:sp>
      <p:sp>
        <p:nvSpPr>
          <p:cNvPr id="18" name="">
            <a:extLst xmlns:a="http://schemas.openxmlformats.org/drawingml/2006/main">
              <a:ext uri="{FF2B5EF4-FFF2-40B4-BE49-F238E27FC236}">
                <a16:creationId xmlns:a16="http://schemas.microsoft.com/office/drawing/2014/main" id="{764FEC7F-CEDA-43C9-951D-1A7B4999628A}"/>
              </a:ext>
            </a:extLst>
          </p:cNvPr>
          <p:cNvSpPr>
            <a:spLocks xmlns:a="http://schemas.openxmlformats.org/drawingml/2006/main" noGrp="1"/>
          </p:cNvSpPr>
          <p:nvPr/>
        </p:nvSpPr>
        <p:spPr>
          <a:xfrm xmlns:a="http://schemas.openxmlformats.org/drawingml/2006/main">
            <a:off x="6838084" y="3854508"/>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103A30"/>
                </a:solidFill>
                <a:latin typeface="Arial"/>
                <a:ea typeface="Arial"/>
                <a:cs typeface="Arial"/>
              </a:defRPr>
            </a:defPPr>
            <a:lvl1pPr>
              <a:defRPr sz="835" b="0">
                <a:solidFill>
                  <a:srgbClr val="103A30"/>
                </a:solidFill>
                <a:latin typeface="Arial"/>
                <a:ea typeface="Arial"/>
                <a:cs typeface="Arial"/>
              </a:defRPr>
            </a:lvl1pPr>
            <a:lvl2pPr>
              <a:defRPr sz="835" b="0">
                <a:solidFill>
                  <a:srgbClr val="103A30"/>
                </a:solidFill>
                <a:latin typeface="Arial"/>
                <a:ea typeface="Arial"/>
                <a:cs typeface="Arial"/>
              </a:defRPr>
            </a:lvl2pPr>
            <a:lvl3pPr>
              <a:defRPr sz="835" b="0">
                <a:solidFill>
                  <a:srgbClr val="103A30"/>
                </a:solidFill>
                <a:latin typeface="Arial"/>
                <a:ea typeface="Arial"/>
                <a:cs typeface="Arial"/>
              </a:defRPr>
            </a:lvl3pPr>
            <a:lvl4pPr>
              <a:defRPr sz="835" b="0">
                <a:solidFill>
                  <a:srgbClr val="103A30"/>
                </a:solidFill>
                <a:latin typeface="Arial"/>
                <a:ea typeface="Arial"/>
                <a:cs typeface="Arial"/>
              </a:defRPr>
            </a:lvl4pPr>
            <a:lvl5pPr>
              <a:defRPr sz="835" b="0">
                <a:solidFill>
                  <a:srgbClr val="103A30"/>
                </a:solidFill>
                <a:latin typeface="Arial"/>
                <a:ea typeface="Arial"/>
                <a:cs typeface="Arial"/>
              </a:defRPr>
            </a:lvl5pPr>
            <a:lvl6pPr>
              <a:defRPr sz="835" b="0">
                <a:solidFill>
                  <a:srgbClr val="103A30"/>
                </a:solidFill>
                <a:latin typeface="Arial"/>
                <a:ea typeface="Arial"/>
                <a:cs typeface="Arial"/>
              </a:defRPr>
            </a:lvl6pPr>
            <a:lvl7pPr>
              <a:defRPr sz="835" b="0">
                <a:solidFill>
                  <a:srgbClr val="103A30"/>
                </a:solidFill>
                <a:latin typeface="Arial"/>
                <a:ea typeface="Arial"/>
                <a:cs typeface="Arial"/>
              </a:defRPr>
            </a:lvl7pPr>
            <a:lvl8pPr>
              <a:defRPr sz="835" b="0">
                <a:solidFill>
                  <a:srgbClr val="103A30"/>
                </a:solidFill>
                <a:latin typeface="Arial"/>
                <a:ea typeface="Arial"/>
                <a:cs typeface="Arial"/>
              </a:defRPr>
            </a:lvl8pPr>
            <a:lvl9pPr>
              <a:defRPr sz="835" b="0">
                <a:solidFill>
                  <a:srgbClr val="103A30"/>
                </a:solidFill>
                <a:latin typeface="Arial"/>
                <a:ea typeface="Arial"/>
                <a:cs typeface="Arial"/>
              </a:defRPr>
            </a:lvl9pPr>
          </a:lstStyle>
          <a:p xmlns:a="http://schemas.openxmlformats.org/drawingml/2006/main">
            <a:pPr>
              <a:defRPr sz="835" b="0">
                <a:solidFill>
                  <a:srgbClr val="103A30"/>
                </a:solidFill>
                <a:latin typeface="Arial"/>
                <a:ea typeface="Arial"/>
                <a:cs typeface="Arial"/>
              </a:defRPr>
            </a:pPr>
            <a:r>
              <a:rPr sz="835" b="0">
                <a:solidFill>
                  <a:srgbClr val="103A30"/>
                </a:solidFill>
                <a:latin typeface="Arial"/>
                <a:ea typeface="Arial"/>
                <a:cs typeface="Arial"/>
              </a:rPr>
              <a:t>Менің профилім</a:t>
            </a:r>
          </a:p>
        </p:txBody>
      </p:sp>
      <p:sp>
        <p:nvSpPr>
          <p:cNvPr id="19" name="">
            <a:extLst xmlns:a="http://schemas.openxmlformats.org/drawingml/2006/main">
              <a:ext uri="{FF2B5EF4-FFF2-40B4-BE49-F238E27FC236}">
                <a16:creationId xmlns:a16="http://schemas.microsoft.com/office/drawing/2014/main" id="{7C571CC8-5DBD-4746-8C63-E4AA0B13E63F}"/>
              </a:ext>
            </a:extLst>
          </p:cNvPr>
          <p:cNvSpPr>
            <a:spLocks xmlns:a="http://schemas.openxmlformats.org/drawingml/2006/main" noGrp="1"/>
          </p:cNvSpPr>
          <p:nvPr/>
        </p:nvSpPr>
        <p:spPr>
          <a:xfrm xmlns:a="http://schemas.openxmlformats.org/drawingml/2006/main">
            <a:off x="6838084" y="4194550"/>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103A30"/>
                </a:solidFill>
                <a:latin typeface="Arial"/>
                <a:ea typeface="Arial"/>
                <a:cs typeface="Arial"/>
              </a:defRPr>
            </a:defPPr>
            <a:lvl1pPr>
              <a:defRPr sz="835" b="0">
                <a:solidFill>
                  <a:srgbClr val="103A30"/>
                </a:solidFill>
                <a:latin typeface="Arial"/>
                <a:ea typeface="Arial"/>
                <a:cs typeface="Arial"/>
              </a:defRPr>
            </a:lvl1pPr>
            <a:lvl2pPr>
              <a:defRPr sz="835" b="0">
                <a:solidFill>
                  <a:srgbClr val="103A30"/>
                </a:solidFill>
                <a:latin typeface="Arial"/>
                <a:ea typeface="Arial"/>
                <a:cs typeface="Arial"/>
              </a:defRPr>
            </a:lvl2pPr>
            <a:lvl3pPr>
              <a:defRPr sz="835" b="0">
                <a:solidFill>
                  <a:srgbClr val="103A30"/>
                </a:solidFill>
                <a:latin typeface="Arial"/>
                <a:ea typeface="Arial"/>
                <a:cs typeface="Arial"/>
              </a:defRPr>
            </a:lvl3pPr>
            <a:lvl4pPr>
              <a:defRPr sz="835" b="0">
                <a:solidFill>
                  <a:srgbClr val="103A30"/>
                </a:solidFill>
                <a:latin typeface="Arial"/>
                <a:ea typeface="Arial"/>
                <a:cs typeface="Arial"/>
              </a:defRPr>
            </a:lvl4pPr>
            <a:lvl5pPr>
              <a:defRPr sz="835" b="0">
                <a:solidFill>
                  <a:srgbClr val="103A30"/>
                </a:solidFill>
                <a:latin typeface="Arial"/>
                <a:ea typeface="Arial"/>
                <a:cs typeface="Arial"/>
              </a:defRPr>
            </a:lvl5pPr>
            <a:lvl6pPr>
              <a:defRPr sz="835" b="0">
                <a:solidFill>
                  <a:srgbClr val="103A30"/>
                </a:solidFill>
                <a:latin typeface="Arial"/>
                <a:ea typeface="Arial"/>
                <a:cs typeface="Arial"/>
              </a:defRPr>
            </a:lvl6pPr>
            <a:lvl7pPr>
              <a:defRPr sz="835" b="0">
                <a:solidFill>
                  <a:srgbClr val="103A30"/>
                </a:solidFill>
                <a:latin typeface="Arial"/>
                <a:ea typeface="Arial"/>
                <a:cs typeface="Arial"/>
              </a:defRPr>
            </a:lvl7pPr>
            <a:lvl8pPr>
              <a:defRPr sz="835" b="0">
                <a:solidFill>
                  <a:srgbClr val="103A30"/>
                </a:solidFill>
                <a:latin typeface="Arial"/>
                <a:ea typeface="Arial"/>
                <a:cs typeface="Arial"/>
              </a:defRPr>
            </a:lvl8pPr>
            <a:lvl9pPr>
              <a:defRPr sz="835" b="0">
                <a:solidFill>
                  <a:srgbClr val="103A30"/>
                </a:solidFill>
                <a:latin typeface="Arial"/>
                <a:ea typeface="Arial"/>
                <a:cs typeface="Arial"/>
              </a:defRPr>
            </a:lvl9pPr>
          </a:lstStyle>
          <a:p xmlns:a="http://schemas.openxmlformats.org/drawingml/2006/main">
            <a:pPr>
              <a:defRPr sz="835" b="0">
                <a:solidFill>
                  <a:srgbClr val="103A30"/>
                </a:solidFill>
                <a:latin typeface="Arial"/>
                <a:ea typeface="Arial"/>
                <a:cs typeface="Arial"/>
              </a:defRPr>
            </a:pPr>
            <a:r>
              <a:rPr sz="835" b="0">
                <a:solidFill>
                  <a:srgbClr val="103A30"/>
                </a:solidFill>
                <a:latin typeface="Arial"/>
                <a:ea typeface="Arial"/>
                <a:cs typeface="Arial"/>
              </a:rPr>
              <a:t>Хабарламалар</a:t>
            </a:r>
          </a:p>
        </p:txBody>
      </p:sp>
      <p:sp>
        <p:nvSpPr>
          <p:cNvPr id="20" name="">
            <a:extLst xmlns:a="http://schemas.openxmlformats.org/drawingml/2006/main">
              <a:ext uri="{FF2B5EF4-FFF2-40B4-BE49-F238E27FC236}">
                <a16:creationId xmlns:a16="http://schemas.microsoft.com/office/drawing/2014/main" id="{249ACE8F-3C6D-47C4-85E8-2A15B42094C5}"/>
              </a:ext>
            </a:extLst>
          </p:cNvPr>
          <p:cNvSpPr>
            <a:spLocks xmlns:a="http://schemas.openxmlformats.org/drawingml/2006/main" noGrp="1"/>
          </p:cNvSpPr>
          <p:nvPr/>
        </p:nvSpPr>
        <p:spPr>
          <a:xfrm xmlns:a="http://schemas.openxmlformats.org/drawingml/2006/main">
            <a:off x="7897957" y="2247034"/>
            <a:ext cx="1766455" cy="1987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63776F"/>
                </a:solidFill>
                <a:latin typeface="Arial"/>
                <a:ea typeface="Arial"/>
                <a:cs typeface="Arial"/>
              </a:defRPr>
            </a:defPPr>
            <a:lvl1pPr>
              <a:defRPr sz="835" b="0">
                <a:solidFill>
                  <a:srgbClr val="63776F"/>
                </a:solidFill>
                <a:latin typeface="Arial"/>
                <a:ea typeface="Arial"/>
                <a:cs typeface="Arial"/>
              </a:defRPr>
            </a:lvl1pPr>
            <a:lvl2pPr>
              <a:defRPr sz="835" b="0">
                <a:solidFill>
                  <a:srgbClr val="63776F"/>
                </a:solidFill>
                <a:latin typeface="Arial"/>
                <a:ea typeface="Arial"/>
                <a:cs typeface="Arial"/>
              </a:defRPr>
            </a:lvl2pPr>
            <a:lvl3pPr>
              <a:defRPr sz="835" b="0">
                <a:solidFill>
                  <a:srgbClr val="63776F"/>
                </a:solidFill>
                <a:latin typeface="Arial"/>
                <a:ea typeface="Arial"/>
                <a:cs typeface="Arial"/>
              </a:defRPr>
            </a:lvl3pPr>
            <a:lvl4pPr>
              <a:defRPr sz="835" b="0">
                <a:solidFill>
                  <a:srgbClr val="63776F"/>
                </a:solidFill>
                <a:latin typeface="Arial"/>
                <a:ea typeface="Arial"/>
                <a:cs typeface="Arial"/>
              </a:defRPr>
            </a:lvl4pPr>
            <a:lvl5pPr>
              <a:defRPr sz="835" b="0">
                <a:solidFill>
                  <a:srgbClr val="63776F"/>
                </a:solidFill>
                <a:latin typeface="Arial"/>
                <a:ea typeface="Arial"/>
                <a:cs typeface="Arial"/>
              </a:defRPr>
            </a:lvl5pPr>
            <a:lvl6pPr>
              <a:defRPr sz="835" b="0">
                <a:solidFill>
                  <a:srgbClr val="63776F"/>
                </a:solidFill>
                <a:latin typeface="Arial"/>
                <a:ea typeface="Arial"/>
                <a:cs typeface="Arial"/>
              </a:defRPr>
            </a:lvl6pPr>
            <a:lvl7pPr>
              <a:defRPr sz="835" b="0">
                <a:solidFill>
                  <a:srgbClr val="63776F"/>
                </a:solidFill>
                <a:latin typeface="Arial"/>
                <a:ea typeface="Arial"/>
                <a:cs typeface="Arial"/>
              </a:defRPr>
            </a:lvl7pPr>
            <a:lvl8pPr>
              <a:defRPr sz="835" b="0">
                <a:solidFill>
                  <a:srgbClr val="63776F"/>
                </a:solidFill>
                <a:latin typeface="Arial"/>
                <a:ea typeface="Arial"/>
                <a:cs typeface="Arial"/>
              </a:defRPr>
            </a:lvl8pPr>
            <a:lvl9pPr>
              <a:defRPr sz="835" b="0">
                <a:solidFill>
                  <a:srgbClr val="63776F"/>
                </a:solidFill>
                <a:latin typeface="Arial"/>
                <a:ea typeface="Arial"/>
                <a:cs typeface="Arial"/>
              </a:defRPr>
            </a:lvl9pPr>
          </a:lstStyle>
          <a:p xmlns:a="http://schemas.openxmlformats.org/drawingml/2006/main">
            <a:pPr>
              <a:defRPr sz="835" b="0">
                <a:solidFill>
                  <a:srgbClr val="63776F"/>
                </a:solidFill>
                <a:latin typeface="Arial"/>
                <a:ea typeface="Arial"/>
                <a:cs typeface="Arial"/>
              </a:defRPr>
            </a:pPr>
            <a:r>
              <a:rPr sz="835" b="0">
                <a:solidFill>
                  <a:srgbClr val="63776F"/>
                </a:solidFill>
                <a:latin typeface="Arial"/>
                <a:ea typeface="Arial"/>
                <a:cs typeface="Arial"/>
              </a:rPr>
              <a:t>Жеке кабинет</a:t>
            </a:r>
          </a:p>
        </p:txBody>
      </p:sp>
      <p:sp>
        <p:nvSpPr>
          <p:cNvPr id="21" name="">
            <a:extLst xmlns:a="http://schemas.openxmlformats.org/drawingml/2006/main">
              <a:ext uri="{FF2B5EF4-FFF2-40B4-BE49-F238E27FC236}">
                <a16:creationId xmlns:a16="http://schemas.microsoft.com/office/drawing/2014/main" id="{3C8D6BE6-C225-4AB1-9278-C588A93A253C}"/>
              </a:ext>
            </a:extLst>
          </p:cNvPr>
          <p:cNvSpPr>
            <a:spLocks xmlns:a="http://schemas.openxmlformats.org/drawingml/2006/main" noGrp="1"/>
          </p:cNvSpPr>
          <p:nvPr/>
        </p:nvSpPr>
        <p:spPr>
          <a:xfrm xmlns:a="http://schemas.openxmlformats.org/drawingml/2006/main">
            <a:off x="10238509" y="2242618"/>
            <a:ext cx="1236518" cy="1987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1">
                <a:solidFill>
                  <a:srgbClr val="103A30"/>
                </a:solidFill>
                <a:latin typeface="Arial"/>
                <a:ea typeface="Arial"/>
                <a:cs typeface="Arial"/>
              </a:defRPr>
            </a:defPPr>
            <a:lvl1pPr>
              <a:defRPr sz="835" b="1">
                <a:solidFill>
                  <a:srgbClr val="103A30"/>
                </a:solidFill>
                <a:latin typeface="Arial"/>
                <a:ea typeface="Arial"/>
                <a:cs typeface="Arial"/>
              </a:defRPr>
            </a:lvl1pPr>
            <a:lvl2pPr>
              <a:defRPr sz="835" b="1">
                <a:solidFill>
                  <a:srgbClr val="103A30"/>
                </a:solidFill>
                <a:latin typeface="Arial"/>
                <a:ea typeface="Arial"/>
                <a:cs typeface="Arial"/>
              </a:defRPr>
            </a:lvl2pPr>
            <a:lvl3pPr>
              <a:defRPr sz="835" b="1">
                <a:solidFill>
                  <a:srgbClr val="103A30"/>
                </a:solidFill>
                <a:latin typeface="Arial"/>
                <a:ea typeface="Arial"/>
                <a:cs typeface="Arial"/>
              </a:defRPr>
            </a:lvl3pPr>
            <a:lvl4pPr>
              <a:defRPr sz="835" b="1">
                <a:solidFill>
                  <a:srgbClr val="103A30"/>
                </a:solidFill>
                <a:latin typeface="Arial"/>
                <a:ea typeface="Arial"/>
                <a:cs typeface="Arial"/>
              </a:defRPr>
            </a:lvl4pPr>
            <a:lvl5pPr>
              <a:defRPr sz="835" b="1">
                <a:solidFill>
                  <a:srgbClr val="103A30"/>
                </a:solidFill>
                <a:latin typeface="Arial"/>
                <a:ea typeface="Arial"/>
                <a:cs typeface="Arial"/>
              </a:defRPr>
            </a:lvl5pPr>
            <a:lvl6pPr>
              <a:defRPr sz="835" b="1">
                <a:solidFill>
                  <a:srgbClr val="103A30"/>
                </a:solidFill>
                <a:latin typeface="Arial"/>
                <a:ea typeface="Arial"/>
                <a:cs typeface="Arial"/>
              </a:defRPr>
            </a:lvl6pPr>
            <a:lvl7pPr>
              <a:defRPr sz="835" b="1">
                <a:solidFill>
                  <a:srgbClr val="103A30"/>
                </a:solidFill>
                <a:latin typeface="Arial"/>
                <a:ea typeface="Arial"/>
                <a:cs typeface="Arial"/>
              </a:defRPr>
            </a:lvl7pPr>
            <a:lvl8pPr>
              <a:defRPr sz="835" b="1">
                <a:solidFill>
                  <a:srgbClr val="103A30"/>
                </a:solidFill>
                <a:latin typeface="Arial"/>
                <a:ea typeface="Arial"/>
                <a:cs typeface="Arial"/>
              </a:defRPr>
            </a:lvl8pPr>
            <a:lvl9pPr>
              <a:defRPr sz="835" b="1">
                <a:solidFill>
                  <a:srgbClr val="103A30"/>
                </a:solidFill>
                <a:latin typeface="Arial"/>
                <a:ea typeface="Arial"/>
                <a:cs typeface="Arial"/>
              </a:defRPr>
            </a:lvl9pPr>
          </a:lstStyle>
          <a:p xmlns:a="http://schemas.openxmlformats.org/drawingml/2006/main">
            <a:pPr>
              <a:defRPr sz="835" b="1">
                <a:solidFill>
                  <a:srgbClr val="103A30"/>
                </a:solidFill>
                <a:latin typeface="Arial"/>
                <a:ea typeface="Arial"/>
                <a:cs typeface="Arial"/>
              </a:defRPr>
            </a:pPr>
            <a:r>
              <a:rPr sz="835" b="1">
                <a:solidFill>
                  <a:srgbClr val="103A30"/>
                </a:solidFill>
                <a:latin typeface="Arial"/>
                <a:ea typeface="Arial"/>
                <a:cs typeface="Arial"/>
              </a:rPr>
              <a:t>Айдана Серік</a:t>
            </a:r>
          </a:p>
        </p:txBody>
      </p:sp>
      <p:sp>
        <p:nvSpPr>
          <p:cNvPr id="22" name="">
            <a:extLst xmlns:a="http://schemas.openxmlformats.org/drawingml/2006/main">
              <a:ext uri="{FF2B5EF4-FFF2-40B4-BE49-F238E27FC236}">
                <a16:creationId xmlns:a16="http://schemas.microsoft.com/office/drawing/2014/main" id="{EC293A77-91D5-4D5A-9F0E-0EE1161A1495}"/>
              </a:ext>
            </a:extLst>
          </p:cNvPr>
          <p:cNvSpPr>
            <a:spLocks xmlns:a="http://schemas.openxmlformats.org/drawingml/2006/main" noGrp="1"/>
          </p:cNvSpPr>
          <p:nvPr/>
        </p:nvSpPr>
        <p:spPr>
          <a:xfrm xmlns:a="http://schemas.openxmlformats.org/drawingml/2006/main">
            <a:off x="7875876" y="2719561"/>
            <a:ext cx="3510828" cy="317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6" b="1">
                <a:solidFill>
                  <a:srgbClr val="103A30"/>
                </a:solidFill>
                <a:latin typeface="Arial"/>
                <a:ea typeface="Arial"/>
                <a:cs typeface="Arial"/>
              </a:defRPr>
            </a:defPPr>
            <a:lvl1pPr>
              <a:defRPr sz="1356" b="1">
                <a:solidFill>
                  <a:srgbClr val="103A30"/>
                </a:solidFill>
                <a:latin typeface="Arial"/>
                <a:ea typeface="Arial"/>
                <a:cs typeface="Arial"/>
              </a:defRPr>
            </a:lvl1pPr>
            <a:lvl2pPr>
              <a:defRPr sz="1356" b="1">
                <a:solidFill>
                  <a:srgbClr val="103A30"/>
                </a:solidFill>
                <a:latin typeface="Arial"/>
                <a:ea typeface="Arial"/>
                <a:cs typeface="Arial"/>
              </a:defRPr>
            </a:lvl2pPr>
            <a:lvl3pPr>
              <a:defRPr sz="1356" b="1">
                <a:solidFill>
                  <a:srgbClr val="103A30"/>
                </a:solidFill>
                <a:latin typeface="Arial"/>
                <a:ea typeface="Arial"/>
                <a:cs typeface="Arial"/>
              </a:defRPr>
            </a:lvl3pPr>
            <a:lvl4pPr>
              <a:defRPr sz="1356" b="1">
                <a:solidFill>
                  <a:srgbClr val="103A30"/>
                </a:solidFill>
                <a:latin typeface="Arial"/>
                <a:ea typeface="Arial"/>
                <a:cs typeface="Arial"/>
              </a:defRPr>
            </a:lvl4pPr>
            <a:lvl5pPr>
              <a:defRPr sz="1356" b="1">
                <a:solidFill>
                  <a:srgbClr val="103A30"/>
                </a:solidFill>
                <a:latin typeface="Arial"/>
                <a:ea typeface="Arial"/>
                <a:cs typeface="Arial"/>
              </a:defRPr>
            </a:lvl5pPr>
            <a:lvl6pPr>
              <a:defRPr sz="1356" b="1">
                <a:solidFill>
                  <a:srgbClr val="103A30"/>
                </a:solidFill>
                <a:latin typeface="Arial"/>
                <a:ea typeface="Arial"/>
                <a:cs typeface="Arial"/>
              </a:defRPr>
            </a:lvl6pPr>
            <a:lvl7pPr>
              <a:defRPr sz="1356" b="1">
                <a:solidFill>
                  <a:srgbClr val="103A30"/>
                </a:solidFill>
                <a:latin typeface="Arial"/>
                <a:ea typeface="Arial"/>
                <a:cs typeface="Arial"/>
              </a:defRPr>
            </a:lvl7pPr>
            <a:lvl8pPr>
              <a:defRPr sz="1356" b="1">
                <a:solidFill>
                  <a:srgbClr val="103A30"/>
                </a:solidFill>
                <a:latin typeface="Arial"/>
                <a:ea typeface="Arial"/>
                <a:cs typeface="Arial"/>
              </a:defRPr>
            </a:lvl8pPr>
            <a:lvl9pPr>
              <a:defRPr sz="1356" b="1">
                <a:solidFill>
                  <a:srgbClr val="103A30"/>
                </a:solidFill>
                <a:latin typeface="Arial"/>
                <a:ea typeface="Arial"/>
                <a:cs typeface="Arial"/>
              </a:defRPr>
            </a:lvl9pPr>
          </a:lstStyle>
          <a:p xmlns:a="http://schemas.openxmlformats.org/drawingml/2006/main">
            <a:pPr>
              <a:defRPr sz="1356" b="1">
                <a:solidFill>
                  <a:srgbClr val="103A30"/>
                </a:solidFill>
                <a:latin typeface="Arial"/>
                <a:ea typeface="Arial"/>
                <a:cs typeface="Arial"/>
              </a:defRPr>
            </a:pPr>
            <a:r>
              <a:rPr sz="1356" b="1">
                <a:solidFill>
                  <a:srgbClr val="103A30"/>
                </a:solidFill>
                <a:latin typeface="Arial"/>
                <a:ea typeface="Arial"/>
                <a:cs typeface="Arial"/>
              </a:rPr>
              <a:t>Сәлеметсіз бе, Айдана!</a:t>
            </a:r>
          </a:p>
        </p:txBody>
      </p:sp>
      <p:sp>
        <p:nvSpPr>
          <p:cNvPr id="23" name="">
            <a:extLst xmlns:a="http://schemas.openxmlformats.org/drawingml/2006/main">
              <a:ext uri="{FF2B5EF4-FFF2-40B4-BE49-F238E27FC236}">
                <a16:creationId xmlns:a16="http://schemas.microsoft.com/office/drawing/2014/main" id="{1AB235B3-35DC-4F27-95E8-BA5B115941D5}"/>
              </a:ext>
            </a:extLst>
          </p:cNvPr>
          <p:cNvSpPr>
            <a:spLocks xmlns:a="http://schemas.openxmlformats.org/drawingml/2006/main" noGrp="1"/>
          </p:cNvSpPr>
          <p:nvPr/>
        </p:nvSpPr>
        <p:spPr>
          <a:xfrm xmlns:a="http://schemas.openxmlformats.org/drawingml/2006/main">
            <a:off x="7875876" y="3090516"/>
            <a:ext cx="3510828" cy="2208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4" b="0">
                <a:solidFill>
                  <a:srgbClr val="63776F"/>
                </a:solidFill>
                <a:latin typeface="Arial"/>
                <a:ea typeface="Arial"/>
                <a:cs typeface="Arial"/>
              </a:defRPr>
            </a:defPPr>
            <a:lvl1pPr>
              <a:defRPr sz="904" b="0">
                <a:solidFill>
                  <a:srgbClr val="63776F"/>
                </a:solidFill>
                <a:latin typeface="Arial"/>
                <a:ea typeface="Arial"/>
                <a:cs typeface="Arial"/>
              </a:defRPr>
            </a:lvl1pPr>
            <a:lvl2pPr>
              <a:defRPr sz="904" b="0">
                <a:solidFill>
                  <a:srgbClr val="63776F"/>
                </a:solidFill>
                <a:latin typeface="Arial"/>
                <a:ea typeface="Arial"/>
                <a:cs typeface="Arial"/>
              </a:defRPr>
            </a:lvl2pPr>
            <a:lvl3pPr>
              <a:defRPr sz="904" b="0">
                <a:solidFill>
                  <a:srgbClr val="63776F"/>
                </a:solidFill>
                <a:latin typeface="Arial"/>
                <a:ea typeface="Arial"/>
                <a:cs typeface="Arial"/>
              </a:defRPr>
            </a:lvl3pPr>
            <a:lvl4pPr>
              <a:defRPr sz="904" b="0">
                <a:solidFill>
                  <a:srgbClr val="63776F"/>
                </a:solidFill>
                <a:latin typeface="Arial"/>
                <a:ea typeface="Arial"/>
                <a:cs typeface="Arial"/>
              </a:defRPr>
            </a:lvl4pPr>
            <a:lvl5pPr>
              <a:defRPr sz="904" b="0">
                <a:solidFill>
                  <a:srgbClr val="63776F"/>
                </a:solidFill>
                <a:latin typeface="Arial"/>
                <a:ea typeface="Arial"/>
                <a:cs typeface="Arial"/>
              </a:defRPr>
            </a:lvl5pPr>
            <a:lvl6pPr>
              <a:defRPr sz="904" b="0">
                <a:solidFill>
                  <a:srgbClr val="63776F"/>
                </a:solidFill>
                <a:latin typeface="Arial"/>
                <a:ea typeface="Arial"/>
                <a:cs typeface="Arial"/>
              </a:defRPr>
            </a:lvl6pPr>
            <a:lvl7pPr>
              <a:defRPr sz="904" b="0">
                <a:solidFill>
                  <a:srgbClr val="63776F"/>
                </a:solidFill>
                <a:latin typeface="Arial"/>
                <a:ea typeface="Arial"/>
                <a:cs typeface="Arial"/>
              </a:defRPr>
            </a:lvl7pPr>
            <a:lvl8pPr>
              <a:defRPr sz="904" b="0">
                <a:solidFill>
                  <a:srgbClr val="63776F"/>
                </a:solidFill>
                <a:latin typeface="Arial"/>
                <a:ea typeface="Arial"/>
                <a:cs typeface="Arial"/>
              </a:defRPr>
            </a:lvl8pPr>
            <a:lvl9pPr>
              <a:defRPr sz="904" b="0">
                <a:solidFill>
                  <a:srgbClr val="63776F"/>
                </a:solidFill>
                <a:latin typeface="Arial"/>
                <a:ea typeface="Arial"/>
                <a:cs typeface="Arial"/>
              </a:defRPr>
            </a:lvl9pPr>
          </a:lstStyle>
          <a:p xmlns:a="http://schemas.openxmlformats.org/drawingml/2006/main">
            <a:pPr>
              <a:defRPr sz="904" b="0">
                <a:solidFill>
                  <a:srgbClr val="63776F"/>
                </a:solidFill>
                <a:latin typeface="Arial"/>
                <a:ea typeface="Arial"/>
                <a:cs typeface="Arial"/>
              </a:defRPr>
            </a:pPr>
            <a:r>
              <a:rPr sz="904" b="0">
                <a:solidFill>
                  <a:srgbClr val="63776F"/>
                </a:solidFill>
                <a:latin typeface="Arial"/>
                <a:ea typeface="Arial"/>
                <a:cs typeface="Arial"/>
              </a:rPr>
              <a:t>Жұмысқа қатыстының бәрі бір жерде.</a:t>
            </a:r>
          </a:p>
        </p:txBody>
      </p:sp>
      <p:sp>
        <p:nvSpPr>
          <p:cNvPr id="24" name="">
            <a:extLst xmlns:a="http://schemas.openxmlformats.org/drawingml/2006/main">
              <a:ext uri="{FF2B5EF4-FFF2-40B4-BE49-F238E27FC236}">
                <a16:creationId xmlns:a16="http://schemas.microsoft.com/office/drawing/2014/main" id="{E3769DFE-FD32-4444-B957-22159A8C43A8}"/>
              </a:ext>
            </a:extLst>
          </p:cNvPr>
          <p:cNvSpPr>
            <a:spLocks xmlns:a="http://schemas.openxmlformats.org/drawingml/2006/main" noGrp="1"/>
          </p:cNvSpPr>
          <p:nvPr/>
        </p:nvSpPr>
        <p:spPr>
          <a:xfrm xmlns:a="http://schemas.openxmlformats.org/drawingml/2006/main">
            <a:off x="7853795" y="3461472"/>
            <a:ext cx="3550574" cy="909724"/>
          </a:xfrm>
          <a:prstGeom xmlns:a="http://schemas.openxmlformats.org/drawingml/2006/main" prst="roundRect">
            <a:avLst>
              <a:gd name="adj" fmla="val 4188"/>
            </a:avLst>
          </a:prstGeom>
          <a:solidFill xmlns:a="http://schemas.openxmlformats.org/drawingml/2006/main">
            <a:srgbClr val="E2EFE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9835020-BCA5-41E3-A4E2-9B3A3129BE1D}"/>
              </a:ext>
            </a:extLst>
          </p:cNvPr>
          <p:cNvSpPr>
            <a:spLocks xmlns:a="http://schemas.openxmlformats.org/drawingml/2006/main" noGrp="1"/>
          </p:cNvSpPr>
          <p:nvPr/>
        </p:nvSpPr>
        <p:spPr>
          <a:xfrm xmlns:a="http://schemas.openxmlformats.org/drawingml/2006/main">
            <a:off x="7964199" y="3589540"/>
            <a:ext cx="3312102" cy="264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82" b="1">
                <a:solidFill>
                  <a:srgbClr val="103A30"/>
                </a:solidFill>
                <a:latin typeface="Arial"/>
                <a:ea typeface="Arial"/>
                <a:cs typeface="Arial"/>
              </a:defRPr>
            </a:defPPr>
            <a:lvl1pPr>
              <a:defRPr sz="1182" b="1">
                <a:solidFill>
                  <a:srgbClr val="103A30"/>
                </a:solidFill>
                <a:latin typeface="Arial"/>
                <a:ea typeface="Arial"/>
                <a:cs typeface="Arial"/>
              </a:defRPr>
            </a:lvl1pPr>
            <a:lvl2pPr>
              <a:defRPr sz="1182" b="1">
                <a:solidFill>
                  <a:srgbClr val="103A30"/>
                </a:solidFill>
                <a:latin typeface="Arial"/>
                <a:ea typeface="Arial"/>
                <a:cs typeface="Arial"/>
              </a:defRPr>
            </a:lvl2pPr>
            <a:lvl3pPr>
              <a:defRPr sz="1182" b="1">
                <a:solidFill>
                  <a:srgbClr val="103A30"/>
                </a:solidFill>
                <a:latin typeface="Arial"/>
                <a:ea typeface="Arial"/>
                <a:cs typeface="Arial"/>
              </a:defRPr>
            </a:lvl3pPr>
            <a:lvl4pPr>
              <a:defRPr sz="1182" b="1">
                <a:solidFill>
                  <a:srgbClr val="103A30"/>
                </a:solidFill>
                <a:latin typeface="Arial"/>
                <a:ea typeface="Arial"/>
                <a:cs typeface="Arial"/>
              </a:defRPr>
            </a:lvl4pPr>
            <a:lvl5pPr>
              <a:defRPr sz="1182" b="1">
                <a:solidFill>
                  <a:srgbClr val="103A30"/>
                </a:solidFill>
                <a:latin typeface="Arial"/>
                <a:ea typeface="Arial"/>
                <a:cs typeface="Arial"/>
              </a:defRPr>
            </a:lvl5pPr>
            <a:lvl6pPr>
              <a:defRPr sz="1182" b="1">
                <a:solidFill>
                  <a:srgbClr val="103A30"/>
                </a:solidFill>
                <a:latin typeface="Arial"/>
                <a:ea typeface="Arial"/>
                <a:cs typeface="Arial"/>
              </a:defRPr>
            </a:lvl6pPr>
            <a:lvl7pPr>
              <a:defRPr sz="1182" b="1">
                <a:solidFill>
                  <a:srgbClr val="103A30"/>
                </a:solidFill>
                <a:latin typeface="Arial"/>
                <a:ea typeface="Arial"/>
                <a:cs typeface="Arial"/>
              </a:defRPr>
            </a:lvl7pPr>
            <a:lvl8pPr>
              <a:defRPr sz="1182" b="1">
                <a:solidFill>
                  <a:srgbClr val="103A30"/>
                </a:solidFill>
                <a:latin typeface="Arial"/>
                <a:ea typeface="Arial"/>
                <a:cs typeface="Arial"/>
              </a:defRPr>
            </a:lvl8pPr>
            <a:lvl9pPr>
              <a:defRPr sz="1182" b="1">
                <a:solidFill>
                  <a:srgbClr val="103A30"/>
                </a:solidFill>
                <a:latin typeface="Arial"/>
                <a:ea typeface="Arial"/>
                <a:cs typeface="Arial"/>
              </a:defRPr>
            </a:lvl9pPr>
          </a:lstStyle>
          <a:p xmlns:a="http://schemas.openxmlformats.org/drawingml/2006/main">
            <a:pPr>
              <a:defRPr sz="1182" b="1">
                <a:solidFill>
                  <a:srgbClr val="103A30"/>
                </a:solidFill>
                <a:latin typeface="Arial"/>
                <a:ea typeface="Arial"/>
                <a:cs typeface="Arial"/>
              </a:defRPr>
            </a:pPr>
            <a:r>
              <a:rPr sz="1182" b="1">
                <a:solidFill>
                  <a:srgbClr val="103A30"/>
                </a:solidFill>
                <a:latin typeface="Arial"/>
                <a:ea typeface="Arial"/>
                <a:cs typeface="Arial"/>
              </a:rPr>
              <a:t>Демалысыңызды жоспарлаңыз</a:t>
            </a:r>
          </a:p>
        </p:txBody>
      </p:sp>
      <p:sp>
        <p:nvSpPr>
          <p:cNvPr id="26" name="">
            <a:extLst xmlns:a="http://schemas.openxmlformats.org/drawingml/2006/main">
              <a:ext uri="{FF2B5EF4-FFF2-40B4-BE49-F238E27FC236}">
                <a16:creationId xmlns:a16="http://schemas.microsoft.com/office/drawing/2014/main" id="{DA6EEBFD-EE4E-45D7-AE89-C01B0154751E}"/>
              </a:ext>
            </a:extLst>
          </p:cNvPr>
          <p:cNvSpPr>
            <a:spLocks xmlns:a="http://schemas.openxmlformats.org/drawingml/2006/main" noGrp="1"/>
          </p:cNvSpPr>
          <p:nvPr/>
        </p:nvSpPr>
        <p:spPr>
          <a:xfrm xmlns:a="http://schemas.openxmlformats.org/drawingml/2006/main">
            <a:off x="7964199" y="3929582"/>
            <a:ext cx="3091295" cy="216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9" b="1">
                <a:solidFill>
                  <a:srgbClr val="207A5B"/>
                </a:solidFill>
                <a:latin typeface="Arial"/>
                <a:ea typeface="Arial"/>
                <a:cs typeface="Arial"/>
              </a:defRPr>
            </a:defPPr>
            <a:lvl1pPr>
              <a:defRPr sz="939" b="1">
                <a:solidFill>
                  <a:srgbClr val="207A5B"/>
                </a:solidFill>
                <a:latin typeface="Arial"/>
                <a:ea typeface="Arial"/>
                <a:cs typeface="Arial"/>
              </a:defRPr>
            </a:lvl1pPr>
            <a:lvl2pPr>
              <a:defRPr sz="939" b="1">
                <a:solidFill>
                  <a:srgbClr val="207A5B"/>
                </a:solidFill>
                <a:latin typeface="Arial"/>
                <a:ea typeface="Arial"/>
                <a:cs typeface="Arial"/>
              </a:defRPr>
            </a:lvl2pPr>
            <a:lvl3pPr>
              <a:defRPr sz="939" b="1">
                <a:solidFill>
                  <a:srgbClr val="207A5B"/>
                </a:solidFill>
                <a:latin typeface="Arial"/>
                <a:ea typeface="Arial"/>
                <a:cs typeface="Arial"/>
              </a:defRPr>
            </a:lvl3pPr>
            <a:lvl4pPr>
              <a:defRPr sz="939" b="1">
                <a:solidFill>
                  <a:srgbClr val="207A5B"/>
                </a:solidFill>
                <a:latin typeface="Arial"/>
                <a:ea typeface="Arial"/>
                <a:cs typeface="Arial"/>
              </a:defRPr>
            </a:lvl4pPr>
            <a:lvl5pPr>
              <a:defRPr sz="939" b="1">
                <a:solidFill>
                  <a:srgbClr val="207A5B"/>
                </a:solidFill>
                <a:latin typeface="Arial"/>
                <a:ea typeface="Arial"/>
                <a:cs typeface="Arial"/>
              </a:defRPr>
            </a:lvl5pPr>
            <a:lvl6pPr>
              <a:defRPr sz="939" b="1">
                <a:solidFill>
                  <a:srgbClr val="207A5B"/>
                </a:solidFill>
                <a:latin typeface="Arial"/>
                <a:ea typeface="Arial"/>
                <a:cs typeface="Arial"/>
              </a:defRPr>
            </a:lvl6pPr>
            <a:lvl7pPr>
              <a:defRPr sz="939" b="1">
                <a:solidFill>
                  <a:srgbClr val="207A5B"/>
                </a:solidFill>
                <a:latin typeface="Arial"/>
                <a:ea typeface="Arial"/>
                <a:cs typeface="Arial"/>
              </a:defRPr>
            </a:lvl7pPr>
            <a:lvl8pPr>
              <a:defRPr sz="939" b="1">
                <a:solidFill>
                  <a:srgbClr val="207A5B"/>
                </a:solidFill>
                <a:latin typeface="Arial"/>
                <a:ea typeface="Arial"/>
                <a:cs typeface="Arial"/>
              </a:defRPr>
            </a:lvl8pPr>
            <a:lvl9pPr>
              <a:defRPr sz="939" b="1">
                <a:solidFill>
                  <a:srgbClr val="207A5B"/>
                </a:solidFill>
                <a:latin typeface="Arial"/>
                <a:ea typeface="Arial"/>
                <a:cs typeface="Arial"/>
              </a:defRPr>
            </a:lvl9pPr>
          </a:lstStyle>
          <a:p xmlns:a="http://schemas.openxmlformats.org/drawingml/2006/main">
            <a:pPr>
              <a:defRPr sz="939" b="1">
                <a:solidFill>
                  <a:srgbClr val="207A5B"/>
                </a:solidFill>
                <a:latin typeface="Arial"/>
                <a:ea typeface="Arial"/>
                <a:cs typeface="Arial"/>
              </a:defRPr>
            </a:pPr>
            <a:r>
              <a:rPr sz="939" b="1">
                <a:solidFill>
                  <a:srgbClr val="207A5B"/>
                </a:solidFill>
                <a:latin typeface="Arial"/>
                <a:ea typeface="Arial"/>
                <a:cs typeface="Arial"/>
              </a:rPr>
              <a:t>Қолжетімді қалдық: 6 күн</a:t>
            </a:r>
          </a:p>
        </p:txBody>
      </p:sp>
      <p:sp>
        <p:nvSpPr>
          <p:cNvPr id="27" name="">
            <a:extLst xmlns:a="http://schemas.openxmlformats.org/drawingml/2006/main">
              <a:ext uri="{FF2B5EF4-FFF2-40B4-BE49-F238E27FC236}">
                <a16:creationId xmlns:a16="http://schemas.microsoft.com/office/drawing/2014/main" id="{4E368A4A-47CF-49F6-8E9D-AAA3F9F4E265}"/>
              </a:ext>
            </a:extLst>
          </p:cNvPr>
          <p:cNvSpPr>
            <a:spLocks xmlns:a="http://schemas.openxmlformats.org/drawingml/2006/main" noGrp="1"/>
          </p:cNvSpPr>
          <p:nvPr/>
        </p:nvSpPr>
        <p:spPr>
          <a:xfrm xmlns:a="http://schemas.openxmlformats.org/drawingml/2006/main">
            <a:off x="7853795" y="4556673"/>
            <a:ext cx="1678132" cy="454862"/>
          </a:xfrm>
          <a:prstGeom xmlns:a="http://schemas.openxmlformats.org/drawingml/2006/main" prst="roundRect">
            <a:avLst>
              <a:gd name="adj" fmla="val 8376"/>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6CF687A-1E20-41FC-A531-BCFAB894D737}"/>
              </a:ext>
            </a:extLst>
          </p:cNvPr>
          <p:cNvSpPr>
            <a:spLocks xmlns:a="http://schemas.openxmlformats.org/drawingml/2006/main" noGrp="1"/>
          </p:cNvSpPr>
          <p:nvPr/>
        </p:nvSpPr>
        <p:spPr>
          <a:xfrm xmlns:a="http://schemas.openxmlformats.org/drawingml/2006/main">
            <a:off x="7946534" y="4675909"/>
            <a:ext cx="1492654" cy="225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4" b="1">
                <a:solidFill>
                  <a:srgbClr val="103A30"/>
                </a:solidFill>
                <a:latin typeface="Arial"/>
                <a:ea typeface="Arial"/>
                <a:cs typeface="Arial"/>
              </a:defRPr>
            </a:defPPr>
            <a:lvl1pPr>
              <a:defRPr sz="974" b="1">
                <a:solidFill>
                  <a:srgbClr val="103A30"/>
                </a:solidFill>
                <a:latin typeface="Arial"/>
                <a:ea typeface="Arial"/>
                <a:cs typeface="Arial"/>
              </a:defRPr>
            </a:lvl1pPr>
            <a:lvl2pPr>
              <a:defRPr sz="974" b="1">
                <a:solidFill>
                  <a:srgbClr val="103A30"/>
                </a:solidFill>
                <a:latin typeface="Arial"/>
                <a:ea typeface="Arial"/>
                <a:cs typeface="Arial"/>
              </a:defRPr>
            </a:lvl2pPr>
            <a:lvl3pPr>
              <a:defRPr sz="974" b="1">
                <a:solidFill>
                  <a:srgbClr val="103A30"/>
                </a:solidFill>
                <a:latin typeface="Arial"/>
                <a:ea typeface="Arial"/>
                <a:cs typeface="Arial"/>
              </a:defRPr>
            </a:lvl3pPr>
            <a:lvl4pPr>
              <a:defRPr sz="974" b="1">
                <a:solidFill>
                  <a:srgbClr val="103A30"/>
                </a:solidFill>
                <a:latin typeface="Arial"/>
                <a:ea typeface="Arial"/>
                <a:cs typeface="Arial"/>
              </a:defRPr>
            </a:lvl4pPr>
            <a:lvl5pPr>
              <a:defRPr sz="974" b="1">
                <a:solidFill>
                  <a:srgbClr val="103A30"/>
                </a:solidFill>
                <a:latin typeface="Arial"/>
                <a:ea typeface="Arial"/>
                <a:cs typeface="Arial"/>
              </a:defRPr>
            </a:lvl5pPr>
            <a:lvl6pPr>
              <a:defRPr sz="974" b="1">
                <a:solidFill>
                  <a:srgbClr val="103A30"/>
                </a:solidFill>
                <a:latin typeface="Arial"/>
                <a:ea typeface="Arial"/>
                <a:cs typeface="Arial"/>
              </a:defRPr>
            </a:lvl6pPr>
            <a:lvl7pPr>
              <a:defRPr sz="974" b="1">
                <a:solidFill>
                  <a:srgbClr val="103A30"/>
                </a:solidFill>
                <a:latin typeface="Arial"/>
                <a:ea typeface="Arial"/>
                <a:cs typeface="Arial"/>
              </a:defRPr>
            </a:lvl7pPr>
            <a:lvl8pPr>
              <a:defRPr sz="974" b="1">
                <a:solidFill>
                  <a:srgbClr val="103A30"/>
                </a:solidFill>
                <a:latin typeface="Arial"/>
                <a:ea typeface="Arial"/>
                <a:cs typeface="Arial"/>
              </a:defRPr>
            </a:lvl8pPr>
            <a:lvl9pPr>
              <a:defRPr sz="974" b="1">
                <a:solidFill>
                  <a:srgbClr val="103A30"/>
                </a:solidFill>
                <a:latin typeface="Arial"/>
                <a:ea typeface="Arial"/>
                <a:cs typeface="Arial"/>
              </a:defRPr>
            </a:lvl9pPr>
          </a:lstStyle>
          <a:p xmlns:a="http://schemas.openxmlformats.org/drawingml/2006/main">
            <a:pPr>
              <a:defRPr sz="974" b="1">
                <a:solidFill>
                  <a:srgbClr val="103A30"/>
                </a:solidFill>
                <a:latin typeface="Arial"/>
                <a:ea typeface="Arial"/>
                <a:cs typeface="Arial"/>
              </a:defRPr>
            </a:pPr>
            <a:r>
              <a:rPr sz="974" b="1">
                <a:solidFill>
                  <a:srgbClr val="103A30"/>
                </a:solidFill>
                <a:latin typeface="Arial"/>
                <a:ea typeface="Arial"/>
                <a:cs typeface="Arial"/>
              </a:rPr>
              <a:t>Менің өтінімдерім</a:t>
            </a:r>
          </a:p>
        </p:txBody>
      </p:sp>
      <p:sp>
        <p:nvSpPr>
          <p:cNvPr id="29" name="">
            <a:extLst xmlns:a="http://schemas.openxmlformats.org/drawingml/2006/main">
              <a:ext uri="{FF2B5EF4-FFF2-40B4-BE49-F238E27FC236}">
                <a16:creationId xmlns:a16="http://schemas.microsoft.com/office/drawing/2014/main" id="{2263EFDF-8E0A-47C8-8D38-BBBB14496702}"/>
              </a:ext>
            </a:extLst>
          </p:cNvPr>
          <p:cNvSpPr>
            <a:spLocks xmlns:a="http://schemas.openxmlformats.org/drawingml/2006/main" noGrp="1"/>
          </p:cNvSpPr>
          <p:nvPr/>
        </p:nvSpPr>
        <p:spPr>
          <a:xfrm xmlns:a="http://schemas.openxmlformats.org/drawingml/2006/main">
            <a:off x="9712989" y="4556673"/>
            <a:ext cx="1691380" cy="454862"/>
          </a:xfrm>
          <a:prstGeom xmlns:a="http://schemas.openxmlformats.org/drawingml/2006/main" prst="roundRect">
            <a:avLst>
              <a:gd name="adj" fmla="val 8376"/>
            </a:avLst>
          </a:prstGeom>
          <a:solidFill xmlns:a="http://schemas.openxmlformats.org/drawingml/2006/main">
            <a:srgbClr val="FFFF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6530A38-91B8-4DE8-9588-E6BD5326EFC7}"/>
              </a:ext>
            </a:extLst>
          </p:cNvPr>
          <p:cNvSpPr>
            <a:spLocks xmlns:a="http://schemas.openxmlformats.org/drawingml/2006/main" noGrp="1"/>
          </p:cNvSpPr>
          <p:nvPr/>
        </p:nvSpPr>
        <p:spPr>
          <a:xfrm xmlns:a="http://schemas.openxmlformats.org/drawingml/2006/main">
            <a:off x="9814560" y="4675909"/>
            <a:ext cx="1492654" cy="225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4" b="1">
                <a:solidFill>
                  <a:srgbClr val="103A30"/>
                </a:solidFill>
                <a:latin typeface="Arial"/>
                <a:ea typeface="Arial"/>
                <a:cs typeface="Arial"/>
              </a:defRPr>
            </a:defPPr>
            <a:lvl1pPr>
              <a:defRPr sz="974" b="1">
                <a:solidFill>
                  <a:srgbClr val="103A30"/>
                </a:solidFill>
                <a:latin typeface="Arial"/>
                <a:ea typeface="Arial"/>
                <a:cs typeface="Arial"/>
              </a:defRPr>
            </a:lvl1pPr>
            <a:lvl2pPr>
              <a:defRPr sz="974" b="1">
                <a:solidFill>
                  <a:srgbClr val="103A30"/>
                </a:solidFill>
                <a:latin typeface="Arial"/>
                <a:ea typeface="Arial"/>
                <a:cs typeface="Arial"/>
              </a:defRPr>
            </a:lvl2pPr>
            <a:lvl3pPr>
              <a:defRPr sz="974" b="1">
                <a:solidFill>
                  <a:srgbClr val="103A30"/>
                </a:solidFill>
                <a:latin typeface="Arial"/>
                <a:ea typeface="Arial"/>
                <a:cs typeface="Arial"/>
              </a:defRPr>
            </a:lvl3pPr>
            <a:lvl4pPr>
              <a:defRPr sz="974" b="1">
                <a:solidFill>
                  <a:srgbClr val="103A30"/>
                </a:solidFill>
                <a:latin typeface="Arial"/>
                <a:ea typeface="Arial"/>
                <a:cs typeface="Arial"/>
              </a:defRPr>
            </a:lvl4pPr>
            <a:lvl5pPr>
              <a:defRPr sz="974" b="1">
                <a:solidFill>
                  <a:srgbClr val="103A30"/>
                </a:solidFill>
                <a:latin typeface="Arial"/>
                <a:ea typeface="Arial"/>
                <a:cs typeface="Arial"/>
              </a:defRPr>
            </a:lvl5pPr>
            <a:lvl6pPr>
              <a:defRPr sz="974" b="1">
                <a:solidFill>
                  <a:srgbClr val="103A30"/>
                </a:solidFill>
                <a:latin typeface="Arial"/>
                <a:ea typeface="Arial"/>
                <a:cs typeface="Arial"/>
              </a:defRPr>
            </a:lvl6pPr>
            <a:lvl7pPr>
              <a:defRPr sz="974" b="1">
                <a:solidFill>
                  <a:srgbClr val="103A30"/>
                </a:solidFill>
                <a:latin typeface="Arial"/>
                <a:ea typeface="Arial"/>
                <a:cs typeface="Arial"/>
              </a:defRPr>
            </a:lvl7pPr>
            <a:lvl8pPr>
              <a:defRPr sz="974" b="1">
                <a:solidFill>
                  <a:srgbClr val="103A30"/>
                </a:solidFill>
                <a:latin typeface="Arial"/>
                <a:ea typeface="Arial"/>
                <a:cs typeface="Arial"/>
              </a:defRPr>
            </a:lvl8pPr>
            <a:lvl9pPr>
              <a:defRPr sz="974" b="1">
                <a:solidFill>
                  <a:srgbClr val="103A30"/>
                </a:solidFill>
                <a:latin typeface="Arial"/>
                <a:ea typeface="Arial"/>
                <a:cs typeface="Arial"/>
              </a:defRPr>
            </a:lvl9pPr>
          </a:lstStyle>
          <a:p xmlns:a="http://schemas.openxmlformats.org/drawingml/2006/main">
            <a:pPr>
              <a:defRPr sz="974" b="1">
                <a:solidFill>
                  <a:srgbClr val="103A30"/>
                </a:solidFill>
                <a:latin typeface="Arial"/>
                <a:ea typeface="Arial"/>
                <a:cs typeface="Arial"/>
              </a:defRPr>
            </a:pPr>
            <a:r>
              <a:rPr sz="974" b="1">
                <a:solidFill>
                  <a:srgbClr val="103A30"/>
                </a:solidFill>
                <a:latin typeface="Arial"/>
                <a:ea typeface="Arial"/>
                <a:cs typeface="Arial"/>
              </a:rPr>
              <a:t>Менің оқуым</a:t>
            </a:r>
          </a:p>
        </p:txBody>
      </p:sp>
      <p:sp>
        <p:nvSpPr>
          <p:cNvPr id="31" name="">
            <a:extLst xmlns:a="http://schemas.openxmlformats.org/drawingml/2006/main">
              <a:ext uri="{FF2B5EF4-FFF2-40B4-BE49-F238E27FC236}">
                <a16:creationId xmlns:a16="http://schemas.microsoft.com/office/drawing/2014/main" id="{9AFCDA4C-33AB-4BF9-87C2-28C94B006E3B}"/>
              </a:ext>
            </a:extLst>
          </p:cNvPr>
          <p:cNvSpPr>
            <a:spLocks xmlns:a="http://schemas.openxmlformats.org/drawingml/2006/main" noGrp="1"/>
          </p:cNvSpPr>
          <p:nvPr/>
        </p:nvSpPr>
        <p:spPr>
          <a:xfrm xmlns:a="http://schemas.openxmlformats.org/drawingml/2006/main">
            <a:off x="6705600" y="5210175"/>
            <a:ext cx="4857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B8CBC4"/>
                </a:solidFill>
                <a:latin typeface="Arial"/>
                <a:ea typeface="Arial"/>
                <a:cs typeface="Arial"/>
              </a:defRPr>
            </a:defPPr>
            <a:lvl1pPr>
              <a:defRPr sz="975" b="0">
                <a:solidFill>
                  <a:srgbClr val="B8CBC4"/>
                </a:solidFill>
                <a:latin typeface="Arial"/>
                <a:ea typeface="Arial"/>
                <a:cs typeface="Arial"/>
              </a:defRPr>
            </a:lvl1pPr>
            <a:lvl2pPr>
              <a:defRPr sz="975" b="0">
                <a:solidFill>
                  <a:srgbClr val="B8CBC4"/>
                </a:solidFill>
                <a:latin typeface="Arial"/>
                <a:ea typeface="Arial"/>
                <a:cs typeface="Arial"/>
              </a:defRPr>
            </a:lvl2pPr>
            <a:lvl3pPr>
              <a:defRPr sz="975" b="0">
                <a:solidFill>
                  <a:srgbClr val="B8CBC4"/>
                </a:solidFill>
                <a:latin typeface="Arial"/>
                <a:ea typeface="Arial"/>
                <a:cs typeface="Arial"/>
              </a:defRPr>
            </a:lvl3pPr>
            <a:lvl4pPr>
              <a:defRPr sz="975" b="0">
                <a:solidFill>
                  <a:srgbClr val="B8CBC4"/>
                </a:solidFill>
                <a:latin typeface="Arial"/>
                <a:ea typeface="Arial"/>
                <a:cs typeface="Arial"/>
              </a:defRPr>
            </a:lvl4pPr>
            <a:lvl5pPr>
              <a:defRPr sz="975" b="0">
                <a:solidFill>
                  <a:srgbClr val="B8CBC4"/>
                </a:solidFill>
                <a:latin typeface="Arial"/>
                <a:ea typeface="Arial"/>
                <a:cs typeface="Arial"/>
              </a:defRPr>
            </a:lvl5pPr>
            <a:lvl6pPr>
              <a:defRPr sz="975" b="0">
                <a:solidFill>
                  <a:srgbClr val="B8CBC4"/>
                </a:solidFill>
                <a:latin typeface="Arial"/>
                <a:ea typeface="Arial"/>
                <a:cs typeface="Arial"/>
              </a:defRPr>
            </a:lvl6pPr>
            <a:lvl7pPr>
              <a:defRPr sz="975" b="0">
                <a:solidFill>
                  <a:srgbClr val="B8CBC4"/>
                </a:solidFill>
                <a:latin typeface="Arial"/>
                <a:ea typeface="Arial"/>
                <a:cs typeface="Arial"/>
              </a:defRPr>
            </a:lvl7pPr>
            <a:lvl8pPr>
              <a:defRPr sz="975" b="0">
                <a:solidFill>
                  <a:srgbClr val="B8CBC4"/>
                </a:solidFill>
                <a:latin typeface="Arial"/>
                <a:ea typeface="Arial"/>
                <a:cs typeface="Arial"/>
              </a:defRPr>
            </a:lvl8pPr>
            <a:lvl9pPr>
              <a:defRPr sz="975" b="0">
                <a:solidFill>
                  <a:srgbClr val="B8CBC4"/>
                </a:solidFill>
                <a:latin typeface="Arial"/>
                <a:ea typeface="Arial"/>
                <a:cs typeface="Arial"/>
              </a:defRPr>
            </a:lvl9pPr>
          </a:lstStyle>
          <a:p xmlns:a="http://schemas.openxmlformats.org/drawingml/2006/main">
            <a:pPr>
              <a:defRPr sz="975" b="0">
                <a:solidFill>
                  <a:srgbClr val="B8CBC4"/>
                </a:solidFill>
                <a:latin typeface="Arial"/>
                <a:ea typeface="Arial"/>
                <a:cs typeface="Arial"/>
              </a:defRPr>
            </a:pPr>
            <a:r>
              <a:rPr sz="975" b="0">
                <a:solidFill>
                  <a:srgbClr val="B8CBC4"/>
                </a:solidFill>
                <a:latin typeface="Arial"/>
                <a:ea typeface="Arial"/>
                <a:cs typeface="Arial"/>
              </a:rPr>
              <a:t>Интерфейстің қазақша макеті</a:t>
            </a:r>
          </a:p>
        </p:txBody>
      </p:sp>
    </p:spTree>
    <p:extLst>
      <p:ext uri="{BB962C8B-B14F-4D97-AF65-F5344CB8AC3E}">
        <p14:creationId xmlns:p14="http://schemas.microsoft.com/office/powerpoint/2010/main" val="395649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2026-10-17T23:18:03.1100000Z</dcterms:created>
  <dcterms:modified xsi:type="dcterms:W3CDTF">2026-10-17T23:18:03.1100000Z</dcterms:modified>
</coreProperties>
</file>