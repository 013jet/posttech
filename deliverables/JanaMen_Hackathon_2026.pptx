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897ead801c473a" /><Relationship Type="http://schemas.openxmlformats.org/officeDocument/2006/relationships/extended-properties" Target="/docProps/app.xml" Id="R226b22513f5546c2" /><Relationship Type="http://schemas.openxmlformats.org/officeDocument/2006/relationships/officeDocument" Target="/ppt/presentation.xml" Id="R8447a2528ee545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1c665bac1e4cb0"/>
  </p:sldMasterIdLst>
  <p:notesMasterIdLst>
    <p:notesMasterId xmlns:r="http://schemas.openxmlformats.org/officeDocument/2006/relationships" r:id="R586cb4bf48544c7d"/>
  </p:notesMasterIdLst>
  <p:sldIdLst>
    <p:sldId xmlns:r="http://schemas.openxmlformats.org/officeDocument/2006/relationships" id="256" r:id="Reb0e57f481734527"/>
    <p:sldId xmlns:r="http://schemas.openxmlformats.org/officeDocument/2006/relationships" id="257" r:id="R31fc1398acb4473e"/>
    <p:sldId xmlns:r="http://schemas.openxmlformats.org/officeDocument/2006/relationships" id="258" r:id="R4de91cf02e5846fc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19814703dd4313" /><Relationship Type="http://schemas.openxmlformats.org/officeDocument/2006/relationships/slideMaster" Target="/ppt/slideMasters/slideMaster1.xml" Id="R121c665bac1e4cb0" /><Relationship Type="http://schemas.openxmlformats.org/officeDocument/2006/relationships/notesMaster" Target="/ppt/notesMasters/notesMaster1.xml" Id="R586cb4bf48544c7d" /><Relationship Type="http://schemas.openxmlformats.org/officeDocument/2006/relationships/presProps" Target="/ppt/presProps.xml" Id="R436626942a0d417b" /><Relationship Type="http://schemas.openxmlformats.org/officeDocument/2006/relationships/viewProps" Target="/ppt/viewProps.xml" Id="R4ff3f335d856416c" /><Relationship Type="http://schemas.openxmlformats.org/officeDocument/2006/relationships/tableStyles" Target="/ppt/tableStyles.xml" Id="R444f109ef7874627" /><Relationship Type="http://schemas.openxmlformats.org/officeDocument/2006/relationships/slide" Target="/ppt/slides/slide1.xml" Id="Reb0e57f481734527" /><Relationship Type="http://schemas.openxmlformats.org/officeDocument/2006/relationships/slide" Target="/ppt/slides/slide2.xml" Id="R31fc1398acb4473e" /><Relationship Type="http://schemas.openxmlformats.org/officeDocument/2006/relationships/slide" Target="/ppt/slides/slide3.xml" Id="R4de91cf02e5846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21faaf1a644a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7ba75e8a8645f9" /><Relationship Type="http://schemas.openxmlformats.org/officeDocument/2006/relationships/notesMaster" Target="/ppt/notesMasters/notesMaster1.xml" Id="Rf52918516f9f4f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8f5b38122c4df1" /><Relationship Type="http://schemas.openxmlformats.org/officeDocument/2006/relationships/notesMaster" Target="/ppt/notesMasters/notesMaster1.xml" Id="R80bbe508fb9b49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8ff2d562684d90" /><Relationship Type="http://schemas.openxmlformats.org/officeDocument/2006/relationships/notesMaster" Target="/ppt/notesMasters/notesMaster1.xml" Id="R01695b3d329e42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Digital HR кейсі. JanaМен қызметкердің жеке кабинетін, басшының келісу сценарийін және HR шолуын біріктіреді. Команда атауы: PostTech. Дереккөз: C:/Users/nitro/Desktop/PostTech/README.md. Барлық қызметкерлер мен оқу материалдары тестілік.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Дереккөздер: C:/Users/nitro/Desktop/PostTech/README.md; reports/hackathon-audit/results.json (17.10.2026); docs/INTEGRATIONS.md; frontend/src/mocks/knowledge.ts. 106 = 75 фронт + 23 API/PostgreSQL + 8 жеке PDF тексеруі. Бұл барлық ТЗ орындалды немесе өндірістік қауіпсіздік расталды деген баға емес. AI Jana дайын анықтамалықпен жұмыс істейді, сыртқы LLM қосылмаған. 1С:ЗУП және Documentolog үшін тек архитектура мен қосылу сипаттамасы дайын, нақты алмасу қосылмаған.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Демоға дейін жергілікті API/PostgreSQL мен фронтендті README бойынша іске қосыңыз. Қызметкерді 127.0.0.1, басшыны localhost адресінде ашып, cookie сессияларын ажыратыңыз. Ойдан алынған сценарий: бос күндерге өтініш беру, басшымен шешім қабылдау, қызметкер хабарламасын ашу, бетті жаңартып тарих пен қалдықты тексеру. Бұл слайд видеожазба емес, жергілікті прототипті көрсету жоспары. Academy-де материалды, тест нәтижесін және прогресті көрсетіңіз. AI Jana-ға таныс және базада жоқ сұрақ қойыңыз. HR каталогында іздеу мен өтініш тарихын ашыңыз. Дереккөздер: README.md және backend/test/api.test.ts, backend/test/roles.test.ts, frontend/src/utils/assistant.test.mjs.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4504a2938a4f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188c6faf743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1cb0b45f834b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c255f44af744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f72c29f1e145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df7f5ae89d4f0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e3795873246c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221ee72796443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f692e4fe834c1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5488c2aa9048a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a4760e6b764d36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5">
            <a:extLst xmlns:a="http://schemas.openxmlformats.org/drawingml/2006/main">
              <a:ext uri="{FF2B5EF4-FFF2-40B4-BE49-F238E27FC236}">
                <a16:creationId xmlns:a16="http://schemas.microsoft.com/office/drawing/2014/main" id="{7C005640-959B-48CA-AA0A-2CF2DBD9FD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5">
            <a:extLst xmlns:a="http://schemas.openxmlformats.org/drawingml/2006/main">
              <a:ext uri="{FF2B5EF4-FFF2-40B4-BE49-F238E27FC236}">
                <a16:creationId xmlns:a16="http://schemas.microsoft.com/office/drawing/2014/main" id="{0E58CAE7-FAA9-4849-B36D-F248DE3B3D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5">
            <a:extLst xmlns:a="http://schemas.openxmlformats.org/drawingml/2006/main">
              <a:ext uri="{FF2B5EF4-FFF2-40B4-BE49-F238E27FC236}">
                <a16:creationId xmlns:a16="http://schemas.microsoft.com/office/drawing/2014/main" id="{4C20134E-60E8-48E5-A86B-ED8507E5A0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6">
            <a:extLst xmlns:a="http://schemas.openxmlformats.org/drawingml/2006/main">
              <a:ext uri="{FF2B5EF4-FFF2-40B4-BE49-F238E27FC236}">
                <a16:creationId xmlns:a16="http://schemas.microsoft.com/office/drawing/2014/main" id="{8B21C0A2-C56E-4740-BAB8-BEEEDD0A3A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Google Shape;15;p6">
            <a:extLst xmlns:a="http://schemas.openxmlformats.org/drawingml/2006/main">
              <a:ext uri="{FF2B5EF4-FFF2-40B4-BE49-F238E27FC236}">
                <a16:creationId xmlns:a16="http://schemas.microsoft.com/office/drawing/2014/main" id="{419625E4-2333-4E81-A736-AD80A0B218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6" name="Google Shape;16;p6">
            <a:extLst xmlns:a="http://schemas.openxmlformats.org/drawingml/2006/main">
              <a:ext uri="{FF2B5EF4-FFF2-40B4-BE49-F238E27FC236}">
                <a16:creationId xmlns:a16="http://schemas.microsoft.com/office/drawing/2014/main" id="{D844A5D2-EB95-41F0-9DB6-1531410301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7">
            <a:extLst xmlns:a="http://schemas.openxmlformats.org/drawingml/2006/main">
              <a:ext uri="{FF2B5EF4-FFF2-40B4-BE49-F238E27FC236}">
                <a16:creationId xmlns:a16="http://schemas.microsoft.com/office/drawing/2014/main" id="{66D0E569-9352-418F-938F-417A86BB55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9" name="Google Shape;19;p7">
            <a:extLst xmlns:a="http://schemas.openxmlformats.org/drawingml/2006/main">
              <a:ext uri="{FF2B5EF4-FFF2-40B4-BE49-F238E27FC236}">
                <a16:creationId xmlns:a16="http://schemas.microsoft.com/office/drawing/2014/main" id="{86872F05-5E14-4210-8B9C-297FE0C56C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8">
            <a:extLst xmlns:a="http://schemas.openxmlformats.org/drawingml/2006/main">
              <a:ext uri="{FF2B5EF4-FFF2-40B4-BE49-F238E27FC236}">
                <a16:creationId xmlns:a16="http://schemas.microsoft.com/office/drawing/2014/main" id="{960A099B-C9D6-4654-845E-DF237291E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8">
            <a:extLst xmlns:a="http://schemas.openxmlformats.org/drawingml/2006/main">
              <a:ext uri="{FF2B5EF4-FFF2-40B4-BE49-F238E27FC236}">
                <a16:creationId xmlns:a16="http://schemas.microsoft.com/office/drawing/2014/main" id="{F3C756D5-B1D7-4D7C-9AED-62B0AD6B31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8">
            <a:extLst xmlns:a="http://schemas.openxmlformats.org/drawingml/2006/main">
              <a:ext uri="{FF2B5EF4-FFF2-40B4-BE49-F238E27FC236}">
                <a16:creationId xmlns:a16="http://schemas.microsoft.com/office/drawing/2014/main" id="{E9A56F35-C947-4047-838A-6548ED9CA4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8">
            <a:extLst xmlns:a="http://schemas.openxmlformats.org/drawingml/2006/main">
              <a:ext uri="{FF2B5EF4-FFF2-40B4-BE49-F238E27FC236}">
                <a16:creationId xmlns:a16="http://schemas.microsoft.com/office/drawing/2014/main" id="{DA7E4B63-A376-4B84-879B-9BBFA9A5F8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9">
            <a:extLst xmlns:a="http://schemas.openxmlformats.org/drawingml/2006/main">
              <a:ext uri="{FF2B5EF4-FFF2-40B4-BE49-F238E27FC236}">
                <a16:creationId xmlns:a16="http://schemas.microsoft.com/office/drawing/2014/main" id="{C413D521-B3C1-4958-9A5A-E5AA66C582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9">
            <a:extLst xmlns:a="http://schemas.openxmlformats.org/drawingml/2006/main">
              <a:ext uri="{FF2B5EF4-FFF2-40B4-BE49-F238E27FC236}">
                <a16:creationId xmlns:a16="http://schemas.microsoft.com/office/drawing/2014/main" id="{5BB67E17-CBB1-46B5-BDBA-69B651818D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10">
            <a:extLst xmlns:a="http://schemas.openxmlformats.org/drawingml/2006/main">
              <a:ext uri="{FF2B5EF4-FFF2-40B4-BE49-F238E27FC236}">
                <a16:creationId xmlns:a16="http://schemas.microsoft.com/office/drawing/2014/main" id="{DD802960-C58C-4D24-AA9B-AC74B278C5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10">
            <a:extLst xmlns:a="http://schemas.openxmlformats.org/drawingml/2006/main">
              <a:ext uri="{FF2B5EF4-FFF2-40B4-BE49-F238E27FC236}">
                <a16:creationId xmlns:a16="http://schemas.microsoft.com/office/drawing/2014/main" id="{D5797AFA-C582-4DAA-80E5-F8D4A1C341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10">
            <a:extLst xmlns:a="http://schemas.openxmlformats.org/drawingml/2006/main">
              <a:ext uri="{FF2B5EF4-FFF2-40B4-BE49-F238E27FC236}">
                <a16:creationId xmlns:a16="http://schemas.microsoft.com/office/drawing/2014/main" id="{EC1FC876-6C56-45AB-B23F-F9FEB5AFD8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11">
            <a:extLst xmlns:a="http://schemas.openxmlformats.org/drawingml/2006/main">
              <a:ext uri="{FF2B5EF4-FFF2-40B4-BE49-F238E27FC236}">
                <a16:creationId xmlns:a16="http://schemas.microsoft.com/office/drawing/2014/main" id="{E47F0AB6-B347-45C3-8F21-889E2631B7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11">
            <a:extLst xmlns:a="http://schemas.openxmlformats.org/drawingml/2006/main">
              <a:ext uri="{FF2B5EF4-FFF2-40B4-BE49-F238E27FC236}">
                <a16:creationId xmlns:a16="http://schemas.microsoft.com/office/drawing/2014/main" id="{384822F0-B46B-4531-9863-F672CF1644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12">
            <a:extLst xmlns:a="http://schemas.openxmlformats.org/drawingml/2006/main">
              <a:ext uri="{FF2B5EF4-FFF2-40B4-BE49-F238E27FC236}">
                <a16:creationId xmlns:a16="http://schemas.microsoft.com/office/drawing/2014/main" id="{D5C2EE7E-54AC-4A3D-B263-E3B1F5F6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12">
            <a:extLst xmlns:a="http://schemas.openxmlformats.org/drawingml/2006/main">
              <a:ext uri="{FF2B5EF4-FFF2-40B4-BE49-F238E27FC236}">
                <a16:creationId xmlns:a16="http://schemas.microsoft.com/office/drawing/2014/main" id="{18FFBFDE-A24A-438F-9A3E-1FDD5F6BE6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12">
            <a:extLst xmlns:a="http://schemas.openxmlformats.org/drawingml/2006/main">
              <a:ext uri="{FF2B5EF4-FFF2-40B4-BE49-F238E27FC236}">
                <a16:creationId xmlns:a16="http://schemas.microsoft.com/office/drawing/2014/main" id="{9F6FED54-028F-4358-86F7-758568D836D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12">
            <a:extLst xmlns:a="http://schemas.openxmlformats.org/drawingml/2006/main">
              <a:ext uri="{FF2B5EF4-FFF2-40B4-BE49-F238E27FC236}">
                <a16:creationId xmlns:a16="http://schemas.microsoft.com/office/drawing/2014/main" id="{FBDDD19C-37FE-494A-8BF9-12BFB3AABB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12">
            <a:extLst xmlns:a="http://schemas.openxmlformats.org/drawingml/2006/main">
              <a:ext uri="{FF2B5EF4-FFF2-40B4-BE49-F238E27FC236}">
                <a16:creationId xmlns:a16="http://schemas.microsoft.com/office/drawing/2014/main" id="{D6670BD7-C240-4F10-95DB-B0C68EF2FA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3">
            <a:extLst xmlns:a="http://schemas.openxmlformats.org/drawingml/2006/main">
              <a:ext uri="{FF2B5EF4-FFF2-40B4-BE49-F238E27FC236}">
                <a16:creationId xmlns:a16="http://schemas.microsoft.com/office/drawing/2014/main" id="{77F2AAD3-0BA2-4BA0-9BF9-8E70277395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3">
            <a:extLst xmlns:a="http://schemas.openxmlformats.org/drawingml/2006/main">
              <a:ext uri="{FF2B5EF4-FFF2-40B4-BE49-F238E27FC236}">
                <a16:creationId xmlns:a16="http://schemas.microsoft.com/office/drawing/2014/main" id="{E6366360-56AF-4793-A2EB-ABFEF0E9BB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4">
            <a:extLst xmlns:a="http://schemas.openxmlformats.org/drawingml/2006/main">
              <a:ext uri="{FF2B5EF4-FFF2-40B4-BE49-F238E27FC236}">
                <a16:creationId xmlns:a16="http://schemas.microsoft.com/office/drawing/2014/main" id="{0AC2DD0C-349F-40D4-9220-C1852A74021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4">
            <a:extLst xmlns:a="http://schemas.openxmlformats.org/drawingml/2006/main">
              <a:ext uri="{FF2B5EF4-FFF2-40B4-BE49-F238E27FC236}">
                <a16:creationId xmlns:a16="http://schemas.microsoft.com/office/drawing/2014/main" id="{A00D584A-F7A8-4AA2-BA1A-2C1ED38757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4">
            <a:extLst xmlns:a="http://schemas.openxmlformats.org/drawingml/2006/main">
              <a:ext uri="{FF2B5EF4-FFF2-40B4-BE49-F238E27FC236}">
                <a16:creationId xmlns:a16="http://schemas.microsoft.com/office/drawing/2014/main" id="{1176ACE3-B72B-4508-8598-96708ADA31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5">
            <a:extLst xmlns:a="http://schemas.openxmlformats.org/drawingml/2006/main">
              <a:ext uri="{FF2B5EF4-FFF2-40B4-BE49-F238E27FC236}">
                <a16:creationId xmlns:a16="http://schemas.microsoft.com/office/drawing/2014/main" id="{418912C5-AD71-48F0-9A36-8293D834AF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fdfb291a324f7c" /><Relationship Type="http://schemas.openxmlformats.org/officeDocument/2006/relationships/slideLayout" Target="/ppt/slideLayouts/slideLayout1.xml" Id="R9a01d6177c4d40f6" /><Relationship Type="http://schemas.openxmlformats.org/officeDocument/2006/relationships/slideLayout" Target="/ppt/slideLayouts/slideLayout2.xml" Id="R5f81deadb1954ff7" /><Relationship Type="http://schemas.openxmlformats.org/officeDocument/2006/relationships/slideLayout" Target="/ppt/slideLayouts/slideLayout3.xml" Id="R3ca432abed084e62" /><Relationship Type="http://schemas.openxmlformats.org/officeDocument/2006/relationships/slideLayout" Target="/ppt/slideLayouts/slideLayout4.xml" Id="R22e640d752eb4791" /><Relationship Type="http://schemas.openxmlformats.org/officeDocument/2006/relationships/slideLayout" Target="/ppt/slideLayouts/slideLayout5.xml" Id="R1d41367862ec427c" /><Relationship Type="http://schemas.openxmlformats.org/officeDocument/2006/relationships/slideLayout" Target="/ppt/slideLayouts/slideLayout6.xml" Id="R64d3943cc8aa41af" /><Relationship Type="http://schemas.openxmlformats.org/officeDocument/2006/relationships/slideLayout" Target="/ppt/slideLayouts/slideLayout7.xml" Id="R7a5c766ec84a4ad1" /><Relationship Type="http://schemas.openxmlformats.org/officeDocument/2006/relationships/slideLayout" Target="/ppt/slideLayouts/slideLayout8.xml" Id="Rb0695d04f10946b7" /><Relationship Type="http://schemas.openxmlformats.org/officeDocument/2006/relationships/slideLayout" Target="/ppt/slideLayouts/slideLayout9.xml" Id="Rc87f096426984f49" /><Relationship Type="http://schemas.openxmlformats.org/officeDocument/2006/relationships/slideLayout" Target="/ppt/slideLayouts/slideLayout10.xml" Id="R11aa1ffa12844b12" /><Relationship Type="http://schemas.openxmlformats.org/officeDocument/2006/relationships/slideLayout" Target="/ppt/slideLayouts/slideLayout11.xml" Id="R15ba21c6be584b0d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4">
            <a:extLst xmlns:a="http://schemas.openxmlformats.org/drawingml/2006/main">
              <a:ext uri="{FF2B5EF4-FFF2-40B4-BE49-F238E27FC236}">
                <a16:creationId xmlns:a16="http://schemas.microsoft.com/office/drawing/2014/main" id="{195F4C7D-7B18-4D12-BC3C-6DA20192C2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7" name="Google Shape;7;p4">
            <a:extLst xmlns:a="http://schemas.openxmlformats.org/drawingml/2006/main">
              <a:ext uri="{FF2B5EF4-FFF2-40B4-BE49-F238E27FC236}">
                <a16:creationId xmlns:a16="http://schemas.microsoft.com/office/drawing/2014/main" id="{5F1A9E84-BE76-4B92-A287-7CB281F08C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Google Shape;8;p4">
            <a:extLst xmlns:a="http://schemas.openxmlformats.org/drawingml/2006/main">
              <a:ext uri="{FF2B5EF4-FFF2-40B4-BE49-F238E27FC236}">
                <a16:creationId xmlns:a16="http://schemas.microsoft.com/office/drawing/2014/main" id="{F518F0DC-89E7-4C7E-9610-835519C986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01d6177c4d40f6"/>
    <p:sldLayoutId xmlns:r="http://schemas.openxmlformats.org/officeDocument/2006/relationships" id="2147483650" r:id="R5f81deadb1954ff7"/>
    <p:sldLayoutId xmlns:r="http://schemas.openxmlformats.org/officeDocument/2006/relationships" id="2147483651" r:id="R3ca432abed084e62"/>
    <p:sldLayoutId xmlns:r="http://schemas.openxmlformats.org/officeDocument/2006/relationships" id="2147483652" r:id="R22e640d752eb4791"/>
    <p:sldLayoutId xmlns:r="http://schemas.openxmlformats.org/officeDocument/2006/relationships" id="2147483653" r:id="R1d41367862ec427c"/>
    <p:sldLayoutId xmlns:r="http://schemas.openxmlformats.org/officeDocument/2006/relationships" id="2147483654" r:id="R64d3943cc8aa41af"/>
    <p:sldLayoutId xmlns:r="http://schemas.openxmlformats.org/officeDocument/2006/relationships" id="2147483655" r:id="R7a5c766ec84a4ad1"/>
    <p:sldLayoutId xmlns:r="http://schemas.openxmlformats.org/officeDocument/2006/relationships" id="2147483656" r:id="Rb0695d04f10946b7"/>
    <p:sldLayoutId xmlns:r="http://schemas.openxmlformats.org/officeDocument/2006/relationships" id="2147483657" r:id="Rc87f096426984f49"/>
    <p:sldLayoutId xmlns:r="http://schemas.openxmlformats.org/officeDocument/2006/relationships" id="2147483658" r:id="R11aa1ffa12844b12"/>
    <p:sldLayoutId xmlns:r="http://schemas.openxmlformats.org/officeDocument/2006/relationships" id="2147483659" r:id="R15ba21c6be584b0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f2650a0c9418c" /><Relationship Type="http://schemas.openxmlformats.org/officeDocument/2006/relationships/image" Target="/ppt/media/image.png" Id="Rd302681de20d4efb" /><Relationship Type="http://schemas.openxmlformats.org/officeDocument/2006/relationships/notesSlide" Target="/ppt/notesSlides/notesSlide1.xml" Id="R8a5b425af0fd46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9db1c8733b4931" /><Relationship Type="http://schemas.openxmlformats.org/officeDocument/2006/relationships/notesSlide" Target="/ppt/notesSlides/notesSlide2.xml" Id="Rb7b47ded420b41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de4696c04b40cc" /><Relationship Type="http://schemas.openxmlformats.org/officeDocument/2006/relationships/hyperlink" Target="http://127.0.0.1:5173/" TargetMode="External" Id="R43546a56903f4bff" /><Relationship Type="http://schemas.openxmlformats.org/officeDocument/2006/relationships/notesSlide" Target="/ppt/notesSlides/notesSlide3.xml" Id="R82dc4c01b5bd43b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">
            <a:extLst xmlns:a="http://schemas.openxmlformats.org/drawingml/2006/main">
              <a:ext uri="{FF2B5EF4-FFF2-40B4-BE49-F238E27FC236}">
                <a16:creationId xmlns:a16="http://schemas.microsoft.com/office/drawing/2014/main" id="{1418C155-AE95-47A1-A0FE-57227AECD4E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b">
            <a:noAutofit/>
          </a:bodyPr>
          <a:lstStyle xmlns:a="http://schemas.openxmlformats.org/drawingml/2006/main">
            <a:defPPr algn="ctr">
              <a:defRPr sz="5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5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5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5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5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5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5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5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5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5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Digital HR: JanaМен</a:t>
            </a:r>
            <a:endParaRPr/>
          </a:p>
        </p:txBody>
      </p:sp>
      <p:sp>
        <p:nvSpPr>
          <p:cNvPr id="55" name="Google Shape;55;p1">
            <a:extLst xmlns:a="http://schemas.openxmlformats.org/drawingml/2006/main">
              <a:ext uri="{FF2B5EF4-FFF2-40B4-BE49-F238E27FC236}">
                <a16:creationId xmlns:a16="http://schemas.microsoft.com/office/drawing/2014/main" id="{083520A8-DE83-47F4-A442-6109F79B675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>
            <a:defPPr algn="ctr">
              <a:defRPr sz="2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  <a:lvl1pPr algn="ctr">
              <a:defRPr sz="2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  <a:lvl2pPr algn="ctr">
              <a:defRPr sz="2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algn="ctr">
              <a:defRPr sz="2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algn="ctr">
              <a:defRPr sz="2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algn="ctr">
              <a:defRPr sz="2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algn="ctr">
              <a:defRPr sz="2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6pPr>
            <a:lvl7pPr algn="ctr">
              <a:defRPr sz="2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7pPr>
            <a:lvl8pPr algn="ctr">
              <a:defRPr sz="2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8pPr>
            <a:lvl9pPr algn="ctr">
              <a:defRPr sz="2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PostTech командасы</a:t>
            </a:r>
            <a:endParaRPr/>
          </a:p>
        </p:txBody>
      </p:sp>
      <p:pic>
        <p:nvPicPr>
          <p:cNvPr id="56" name="Google Shape;56;p1">
            <a:extLst xmlns:a="http://schemas.openxmlformats.org/drawingml/2006/main">
              <a:ext uri="{FF2B5EF4-FFF2-40B4-BE49-F238E27FC236}">
                <a16:creationId xmlns:a16="http://schemas.microsoft.com/office/drawing/2014/main" id="{24FE3874-9028-4C47-A402-88886EE9A6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302681de20d4ef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4356099" cy="744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Google Shape;57;p1">
            <a:extLst xmlns:a="http://schemas.openxmlformats.org/drawingml/2006/main">
              <a:ext uri="{FF2B5EF4-FFF2-40B4-BE49-F238E27FC236}">
                <a16:creationId xmlns:a16="http://schemas.microsoft.com/office/drawing/2014/main" id="{C6476F85-BB75-4456-A1A4-7D6DEF8C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575" y="4670225"/>
            <a:ext cx="2316000" cy="39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>
            <a:defPPr algn="l">
              <a:defRPr sz="1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Қарағанды,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18869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2">
            <a:extLst xmlns:a="http://schemas.openxmlformats.org/drawingml/2006/main">
              <a:ext uri="{FF2B5EF4-FFF2-40B4-BE49-F238E27FC236}">
                <a16:creationId xmlns:a16="http://schemas.microsoft.com/office/drawing/2014/main" id="{ABC85D83-6293-4408-8CDB-57CDC0FA6B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>
            <a:defPPr algn="l">
              <a:defRPr sz="2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  <a:defRPr sz="2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Жұмыстың қысқаша сипаттамасы</a:t>
            </a:r>
            <a:endParaRPr/>
          </a:p>
        </p:txBody>
      </p:sp>
      <p:sp>
        <p:nvSpPr>
          <p:cNvPr id="63" name="Google Shape;63;p2">
            <a:extLst xmlns:a="http://schemas.openxmlformats.org/drawingml/2006/main">
              <a:ext uri="{FF2B5EF4-FFF2-40B4-BE49-F238E27FC236}">
                <a16:creationId xmlns:a16="http://schemas.microsoft.com/office/drawing/2014/main" id="{47160748-BED6-41DA-9AB5-C3E871A0E8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Қолданылған ресурстар</a:t>
            </a:r>
            <a:b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React, TypeScript, Vite. Node.js, Fastify, PostgreSQL.</a:t>
            </a:r>
            <a:b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Тестілік қызметкерлер, екі курс және AI анықтамалығы.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Нәтижелер</a:t>
            </a:r>
            <a:b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Қызметкер, басшы және HR кабинеттері дайын. Өтініш, шешім,</a:t>
            </a:r>
            <a:b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тарих, хабарлама және демалыс қалдығы серверде сақталады.</a:t>
            </a:r>
            <a:b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Academy прогресі мен профиль контактілері де сақталады.</a:t>
            </a:r>
            <a:b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AI Jana дереккөзбен жауап береді, жауап болмаса бас тартады.</a:t>
            </a:r>
            <a:b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106 автотексеру өтті. 1С:ЗУП пен Documentolog схемасы дайын.</a:t>
            </a:r>
            <a:b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Нақты интеграциялар әзірге қосылмаған.</a:t>
            </a:r>
          </a:p>
        </p:txBody>
      </p:sp>
    </p:spTree>
    <p:extLst>
      <p:ext uri="{BB962C8B-B14F-4D97-AF65-F5344CB8AC3E}">
        <p14:creationId xmlns:p14="http://schemas.microsoft.com/office/powerpoint/2010/main" val="2223642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3">
            <a:extLst xmlns:a="http://schemas.openxmlformats.org/drawingml/2006/main">
              <a:ext uri="{FF2B5EF4-FFF2-40B4-BE49-F238E27FC236}">
                <a16:creationId xmlns:a16="http://schemas.microsoft.com/office/drawing/2014/main" id="{55237BE8-8AD1-4539-A94D-DCED7614F5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>
            <a:defPPr algn="l">
              <a:defRPr sz="2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  <a:defRPr sz="2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Прототипті көрсету</a:t>
            </a:r>
            <a:endParaRPr/>
          </a:p>
        </p:txBody>
      </p:sp>
      <p:sp>
        <p:nvSpPr>
          <p:cNvPr id="69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6D8D7C6A-1316-4E8E-AB19-8B1268371D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Демалыс өтінішінің толық сценарийі</a:t>
            </a:r>
            <a:b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1. Қызметкер күндерді таңдап, өтініш береді.</a:t>
            </a:r>
            <a:b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2. Басшы түсініктемемен келіседі не бас тартады.</a:t>
            </a:r>
            <a:b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3. Қызметкер хабарлама мен өзгерістер тарихын көреді.</a:t>
            </a:r>
            <a:b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4. Бет жаңарғанда өтініш пен демалыс қалдығы сақталады.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  <a:defRPr sz="180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Қосымша көрсету</a:t>
            </a:r>
            <a:b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Jana Academy, AI Jana және HR қызметкерлер тізімі.</a:t>
            </a:r>
            <a:b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Жергілікті демо: </a:t>
            </a:r>
            <a:r>
              <a:rPr sz="1800" b="0" i="0">
                <a:solidFill>
                  <a:srgbClr val="595959"/>
                </a:solidFill>
                <a:latin typeface="Arial"/>
                <a:ea typeface="Arial"/>
                <a:cs typeface="Arial"/>
                <a:hlinkClick xmlns:r="http://schemas.openxmlformats.org/officeDocument/2006/relationships" r:id="R43546a56903f4bff"/>
              </a:rPr>
              <a:t>http://127.0.0.1:5173/</a:t>
            </a:r>
          </a:p>
        </p:txBody>
      </p:sp>
    </p:spTree>
    <p:extLst>
      <p:ext uri="{BB962C8B-B14F-4D97-AF65-F5344CB8AC3E}">
        <p14:creationId xmlns:p14="http://schemas.microsoft.com/office/powerpoint/2010/main" val="239106903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2026-10-17T14:24:09.6950000Z</dcterms:created>
  <dcterms:modified xsi:type="dcterms:W3CDTF">2026-10-17T14:24:09.6950000Z</dcterms:modified>
</coreProperties>
</file>